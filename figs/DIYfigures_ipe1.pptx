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58"/>
  </p:normalViewPr>
  <p:slideViewPr>
    <p:cSldViewPr snapToGrid="0">
      <p:cViewPr varScale="1">
        <p:scale>
          <a:sx n="120" d="100"/>
          <a:sy n="120" d="100"/>
        </p:scale>
        <p:origin x="6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6D782B-3AE9-6341-8054-2A504A814F31}" type="doc">
      <dgm:prSet loTypeId="urn:microsoft.com/office/officeart/2005/8/layout/cycle3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409F7A24-5637-5243-801D-289994206447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貿易赤字</a:t>
          </a:r>
        </a:p>
      </dgm:t>
    </dgm:pt>
    <dgm:pt modelId="{2CE23994-248B-7D40-BED2-A70B6FE371A8}" type="parTrans" cxnId="{577D96AE-07E1-BE47-813A-2058F110D0DD}">
      <dgm:prSet/>
      <dgm:spPr/>
      <dgm:t>
        <a:bodyPr/>
        <a:lstStyle/>
        <a:p>
          <a:endParaRPr kumimoji="1" lang="ja-JP" altLang="en-US"/>
        </a:p>
      </dgm:t>
    </dgm:pt>
    <dgm:pt modelId="{7224B14F-880B-634F-A526-C4E35D50D1E3}" type="sibTrans" cxnId="{577D96AE-07E1-BE47-813A-2058F110D0DD}">
      <dgm:prSet/>
      <dgm:spPr/>
      <dgm:t>
        <a:bodyPr/>
        <a:lstStyle/>
        <a:p>
          <a:endParaRPr kumimoji="1" lang="ja-JP" altLang="en-US"/>
        </a:p>
      </dgm:t>
    </dgm:pt>
    <dgm:pt modelId="{16418477-AF6E-7849-9D54-63386E430A36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金準備減少</a:t>
          </a:r>
        </a:p>
      </dgm:t>
    </dgm:pt>
    <dgm:pt modelId="{9C786919-0F2A-6E4A-AEDF-D6709759B767}" type="parTrans" cxnId="{5B2D995C-4229-074D-A910-AF2E78F79A75}">
      <dgm:prSet/>
      <dgm:spPr/>
      <dgm:t>
        <a:bodyPr/>
        <a:lstStyle/>
        <a:p>
          <a:endParaRPr kumimoji="1" lang="ja-JP" altLang="en-US"/>
        </a:p>
      </dgm:t>
    </dgm:pt>
    <dgm:pt modelId="{E53BBC97-B433-8C4B-B689-19334FF5366E}" type="sibTrans" cxnId="{5B2D995C-4229-074D-A910-AF2E78F79A75}">
      <dgm:prSet/>
      <dgm:spPr/>
      <dgm:t>
        <a:bodyPr/>
        <a:lstStyle/>
        <a:p>
          <a:endParaRPr kumimoji="1" lang="ja-JP" altLang="en-US"/>
        </a:p>
      </dgm:t>
    </dgm:pt>
    <dgm:pt modelId="{D56B6BE1-E4D0-394D-A3D2-CB5AA4024D5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減少</a:t>
          </a:r>
        </a:p>
      </dgm:t>
    </dgm:pt>
    <dgm:pt modelId="{659AC1EE-6628-824A-B823-52F387E01033}" type="parTrans" cxnId="{9D35A697-CD78-E84D-ACD4-57979380DB8E}">
      <dgm:prSet/>
      <dgm:spPr/>
      <dgm:t>
        <a:bodyPr/>
        <a:lstStyle/>
        <a:p>
          <a:endParaRPr kumimoji="1" lang="ja-JP" altLang="en-US"/>
        </a:p>
      </dgm:t>
    </dgm:pt>
    <dgm:pt modelId="{486BE965-D079-354A-8A11-71412DC2A78D}" type="sibTrans" cxnId="{9D35A697-CD78-E84D-ACD4-57979380DB8E}">
      <dgm:prSet/>
      <dgm:spPr/>
      <dgm:t>
        <a:bodyPr/>
        <a:lstStyle/>
        <a:p>
          <a:endParaRPr kumimoji="1" lang="ja-JP" altLang="en-US"/>
        </a:p>
      </dgm:t>
    </dgm:pt>
    <dgm:pt modelId="{87C913A6-2A36-C840-8C34-44B34590694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物価安</a:t>
          </a:r>
          <a:br>
            <a:rPr kumimoji="1" lang="en-US" altLang="ja-JP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（デフレ）</a:t>
          </a:r>
        </a:p>
      </dgm:t>
    </dgm:pt>
    <dgm:pt modelId="{721C540D-DF5C-DF47-BE38-5DB2CA559E21}" type="parTrans" cxnId="{F9CE7798-BD42-3349-9408-17F59482892B}">
      <dgm:prSet/>
      <dgm:spPr/>
      <dgm:t>
        <a:bodyPr/>
        <a:lstStyle/>
        <a:p>
          <a:endParaRPr kumimoji="1" lang="ja-JP" altLang="en-US"/>
        </a:p>
      </dgm:t>
    </dgm:pt>
    <dgm:pt modelId="{1E788998-85E9-D34F-801B-7347E3EB0C3E}" type="sibTrans" cxnId="{F9CE7798-BD42-3349-9408-17F59482892B}">
      <dgm:prSet/>
      <dgm:spPr/>
      <dgm:t>
        <a:bodyPr/>
        <a:lstStyle/>
        <a:p>
          <a:endParaRPr kumimoji="1" lang="ja-JP" altLang="en-US"/>
        </a:p>
      </dgm:t>
    </dgm:pt>
    <dgm:pt modelId="{4326A752-E400-4E49-AD2E-BF0AD97A978D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貿易黒字</a:t>
          </a:r>
        </a:p>
      </dgm:t>
    </dgm:pt>
    <dgm:pt modelId="{8C968CE8-34FF-894B-AA65-CFAA90D070D2}" type="parTrans" cxnId="{6C30B45B-8310-254F-9AAE-B9AD3AED63A7}">
      <dgm:prSet/>
      <dgm:spPr/>
      <dgm:t>
        <a:bodyPr/>
        <a:lstStyle/>
        <a:p>
          <a:endParaRPr kumimoji="1" lang="ja-JP" altLang="en-US"/>
        </a:p>
      </dgm:t>
    </dgm:pt>
    <dgm:pt modelId="{2D7F8951-F8BF-6143-9646-1A76370E1C63}" type="sibTrans" cxnId="{6C30B45B-8310-254F-9AAE-B9AD3AED63A7}">
      <dgm:prSet/>
      <dgm:spPr/>
      <dgm:t>
        <a:bodyPr/>
        <a:lstStyle/>
        <a:p>
          <a:endParaRPr kumimoji="1" lang="ja-JP" altLang="en-US"/>
        </a:p>
      </dgm:t>
    </dgm:pt>
    <dgm:pt modelId="{3C65A1CA-C348-8A46-854D-CB8C83D8A112}">
      <dgm:prSet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増加</a:t>
          </a:r>
        </a:p>
      </dgm:t>
    </dgm:pt>
    <dgm:pt modelId="{DDA734B1-D250-FF4A-9EFE-180B0BD9CCAF}" type="parTrans" cxnId="{E7FF6F82-93E0-D245-A83F-620DB99CE8D3}">
      <dgm:prSet/>
      <dgm:spPr/>
      <dgm:t>
        <a:bodyPr/>
        <a:lstStyle/>
        <a:p>
          <a:endParaRPr kumimoji="1" lang="ja-JP" altLang="en-US"/>
        </a:p>
      </dgm:t>
    </dgm:pt>
    <dgm:pt modelId="{2F07F163-A262-EB47-B21A-0E2F0E12D06A}" type="sibTrans" cxnId="{E7FF6F82-93E0-D245-A83F-620DB99CE8D3}">
      <dgm:prSet/>
      <dgm:spPr/>
      <dgm:t>
        <a:bodyPr/>
        <a:lstStyle/>
        <a:p>
          <a:endParaRPr kumimoji="1" lang="ja-JP" altLang="en-US"/>
        </a:p>
      </dgm:t>
    </dgm:pt>
    <dgm:pt modelId="{DF12632C-3DFF-0444-AEBA-90FAE8978665}">
      <dgm:prSet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物価高</a:t>
          </a:r>
          <a:br>
            <a:rPr kumimoji="1" lang="en-US" altLang="ja-JP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（インフレ）</a:t>
          </a:r>
        </a:p>
      </dgm:t>
    </dgm:pt>
    <dgm:pt modelId="{8AA5A6E9-F9F8-0348-BDD0-7A4FF5DF3A1A}" type="parTrans" cxnId="{A8226A73-0A2E-814D-A4FF-61D325853B73}">
      <dgm:prSet/>
      <dgm:spPr/>
      <dgm:t>
        <a:bodyPr/>
        <a:lstStyle/>
        <a:p>
          <a:endParaRPr kumimoji="1" lang="ja-JP" altLang="en-US"/>
        </a:p>
      </dgm:t>
    </dgm:pt>
    <dgm:pt modelId="{4D1C6FE3-0A91-4541-9BF5-1DA217B5C9DF}" type="sibTrans" cxnId="{A8226A73-0A2E-814D-A4FF-61D325853B73}">
      <dgm:prSet/>
      <dgm:spPr/>
      <dgm:t>
        <a:bodyPr/>
        <a:lstStyle/>
        <a:p>
          <a:endParaRPr kumimoji="1" lang="ja-JP" altLang="en-US"/>
        </a:p>
      </dgm:t>
    </dgm:pt>
    <dgm:pt modelId="{D944F075-B569-C445-9131-D0B813F81D9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金準備増加</a:t>
          </a:r>
        </a:p>
      </dgm:t>
    </dgm:pt>
    <dgm:pt modelId="{2AB657AE-DE05-6642-A47F-D076DBCFE7BC}" type="parTrans" cxnId="{2A45D999-46E5-E141-A889-E7E6724A1BEE}">
      <dgm:prSet/>
      <dgm:spPr/>
      <dgm:t>
        <a:bodyPr/>
        <a:lstStyle/>
        <a:p>
          <a:endParaRPr kumimoji="1" lang="ja-JP" altLang="en-US"/>
        </a:p>
      </dgm:t>
    </dgm:pt>
    <dgm:pt modelId="{86A5A618-D0E0-BF4D-8C48-0331F40F0028}" type="sibTrans" cxnId="{2A45D999-46E5-E141-A889-E7E6724A1BEE}">
      <dgm:prSet/>
      <dgm:spPr/>
      <dgm:t>
        <a:bodyPr/>
        <a:lstStyle/>
        <a:p>
          <a:endParaRPr kumimoji="1" lang="ja-JP" altLang="en-US"/>
        </a:p>
      </dgm:t>
    </dgm:pt>
    <dgm:pt modelId="{CA38CAAF-4126-F842-9139-795E9B492809}" type="pres">
      <dgm:prSet presAssocID="{056D782B-3AE9-6341-8054-2A504A814F31}" presName="Name0" presStyleCnt="0">
        <dgm:presLayoutVars>
          <dgm:dir/>
          <dgm:resizeHandles val="exact"/>
        </dgm:presLayoutVars>
      </dgm:prSet>
      <dgm:spPr/>
    </dgm:pt>
    <dgm:pt modelId="{CE83B688-DEF8-2646-90E9-C08F8A3E70E7}" type="pres">
      <dgm:prSet presAssocID="{056D782B-3AE9-6341-8054-2A504A814F31}" presName="cycle" presStyleCnt="0"/>
      <dgm:spPr/>
    </dgm:pt>
    <dgm:pt modelId="{D94B10FC-86A6-FF4A-A1B2-1E5A15A9B8EC}" type="pres">
      <dgm:prSet presAssocID="{409F7A24-5637-5243-801D-289994206447}" presName="nodeFirstNode" presStyleLbl="node1" presStyleIdx="0" presStyleCnt="8">
        <dgm:presLayoutVars>
          <dgm:bulletEnabled val="1"/>
        </dgm:presLayoutVars>
      </dgm:prSet>
      <dgm:spPr/>
    </dgm:pt>
    <dgm:pt modelId="{19409FAB-9ED0-024C-9BD3-FA3940064CB5}" type="pres">
      <dgm:prSet presAssocID="{7224B14F-880B-634F-A526-C4E35D50D1E3}" presName="sibTransFirstNode" presStyleLbl="bgShp" presStyleIdx="0" presStyleCnt="1"/>
      <dgm:spPr/>
    </dgm:pt>
    <dgm:pt modelId="{A6D2C092-8BDD-184F-B60A-95002E1C617A}" type="pres">
      <dgm:prSet presAssocID="{16418477-AF6E-7849-9D54-63386E430A36}" presName="nodeFollowingNodes" presStyleLbl="node1" presStyleIdx="1" presStyleCnt="8">
        <dgm:presLayoutVars>
          <dgm:bulletEnabled val="1"/>
        </dgm:presLayoutVars>
      </dgm:prSet>
      <dgm:spPr/>
    </dgm:pt>
    <dgm:pt modelId="{659FE536-1F1D-504E-930D-115BE2D22DCB}" type="pres">
      <dgm:prSet presAssocID="{D56B6BE1-E4D0-394D-A3D2-CB5AA4024D55}" presName="nodeFollowingNodes" presStyleLbl="node1" presStyleIdx="2" presStyleCnt="8">
        <dgm:presLayoutVars>
          <dgm:bulletEnabled val="1"/>
        </dgm:presLayoutVars>
      </dgm:prSet>
      <dgm:spPr/>
    </dgm:pt>
    <dgm:pt modelId="{BC53A7EE-063F-0243-80AC-C4417FF60454}" type="pres">
      <dgm:prSet presAssocID="{87C913A6-2A36-C840-8C34-44B345906945}" presName="nodeFollowingNodes" presStyleLbl="node1" presStyleIdx="3" presStyleCnt="8">
        <dgm:presLayoutVars>
          <dgm:bulletEnabled val="1"/>
        </dgm:presLayoutVars>
      </dgm:prSet>
      <dgm:spPr/>
    </dgm:pt>
    <dgm:pt modelId="{1DF87B89-7439-B148-B088-80277B1BDDD3}" type="pres">
      <dgm:prSet presAssocID="{4326A752-E400-4E49-AD2E-BF0AD97A978D}" presName="nodeFollowingNodes" presStyleLbl="node1" presStyleIdx="4" presStyleCnt="8">
        <dgm:presLayoutVars>
          <dgm:bulletEnabled val="1"/>
        </dgm:presLayoutVars>
      </dgm:prSet>
      <dgm:spPr/>
    </dgm:pt>
    <dgm:pt modelId="{93260571-C263-5C47-A419-401F437055EE}" type="pres">
      <dgm:prSet presAssocID="{D944F075-B569-C445-9131-D0B813F81D95}" presName="nodeFollowingNodes" presStyleLbl="node1" presStyleIdx="5" presStyleCnt="8">
        <dgm:presLayoutVars>
          <dgm:bulletEnabled val="1"/>
        </dgm:presLayoutVars>
      </dgm:prSet>
      <dgm:spPr/>
    </dgm:pt>
    <dgm:pt modelId="{5A043805-F757-CF4A-9485-BE4798BC4994}" type="pres">
      <dgm:prSet presAssocID="{3C65A1CA-C348-8A46-854D-CB8C83D8A112}" presName="nodeFollowingNodes" presStyleLbl="node1" presStyleIdx="6" presStyleCnt="8">
        <dgm:presLayoutVars>
          <dgm:bulletEnabled val="1"/>
        </dgm:presLayoutVars>
      </dgm:prSet>
      <dgm:spPr/>
    </dgm:pt>
    <dgm:pt modelId="{1A690F30-74B2-4847-B5F5-75A4E2E3AD9E}" type="pres">
      <dgm:prSet presAssocID="{DF12632C-3DFF-0444-AEBA-90FAE8978665}" presName="nodeFollowingNodes" presStyleLbl="node1" presStyleIdx="7" presStyleCnt="8">
        <dgm:presLayoutVars>
          <dgm:bulletEnabled val="1"/>
        </dgm:presLayoutVars>
      </dgm:prSet>
      <dgm:spPr/>
    </dgm:pt>
  </dgm:ptLst>
  <dgm:cxnLst>
    <dgm:cxn modelId="{F396E149-1945-6244-9732-13C1A68DBD32}" type="presOf" srcId="{7224B14F-880B-634F-A526-C4E35D50D1E3}" destId="{19409FAB-9ED0-024C-9BD3-FA3940064CB5}" srcOrd="0" destOrd="0" presId="urn:microsoft.com/office/officeart/2005/8/layout/cycle3"/>
    <dgm:cxn modelId="{0126C255-FDFA-D24A-B385-8A484C4CB250}" type="presOf" srcId="{DF12632C-3DFF-0444-AEBA-90FAE8978665}" destId="{1A690F30-74B2-4847-B5F5-75A4E2E3AD9E}" srcOrd="0" destOrd="0" presId="urn:microsoft.com/office/officeart/2005/8/layout/cycle3"/>
    <dgm:cxn modelId="{6C30B45B-8310-254F-9AAE-B9AD3AED63A7}" srcId="{056D782B-3AE9-6341-8054-2A504A814F31}" destId="{4326A752-E400-4E49-AD2E-BF0AD97A978D}" srcOrd="4" destOrd="0" parTransId="{8C968CE8-34FF-894B-AA65-CFAA90D070D2}" sibTransId="{2D7F8951-F8BF-6143-9646-1A76370E1C63}"/>
    <dgm:cxn modelId="{5B2D995C-4229-074D-A910-AF2E78F79A75}" srcId="{056D782B-3AE9-6341-8054-2A504A814F31}" destId="{16418477-AF6E-7849-9D54-63386E430A36}" srcOrd="1" destOrd="0" parTransId="{9C786919-0F2A-6E4A-AEDF-D6709759B767}" sibTransId="{E53BBC97-B433-8C4B-B689-19334FF5366E}"/>
    <dgm:cxn modelId="{A8226A73-0A2E-814D-A4FF-61D325853B73}" srcId="{056D782B-3AE9-6341-8054-2A504A814F31}" destId="{DF12632C-3DFF-0444-AEBA-90FAE8978665}" srcOrd="7" destOrd="0" parTransId="{8AA5A6E9-F9F8-0348-BDD0-7A4FF5DF3A1A}" sibTransId="{4D1C6FE3-0A91-4541-9BF5-1DA217B5C9DF}"/>
    <dgm:cxn modelId="{30480581-8EA3-E94D-B8EF-456AAE914C33}" type="presOf" srcId="{D944F075-B569-C445-9131-D0B813F81D95}" destId="{93260571-C263-5C47-A419-401F437055EE}" srcOrd="0" destOrd="0" presId="urn:microsoft.com/office/officeart/2005/8/layout/cycle3"/>
    <dgm:cxn modelId="{E7FF6F82-93E0-D245-A83F-620DB99CE8D3}" srcId="{056D782B-3AE9-6341-8054-2A504A814F31}" destId="{3C65A1CA-C348-8A46-854D-CB8C83D8A112}" srcOrd="6" destOrd="0" parTransId="{DDA734B1-D250-FF4A-9EFE-180B0BD9CCAF}" sibTransId="{2F07F163-A262-EB47-B21A-0E2F0E12D06A}"/>
    <dgm:cxn modelId="{FA7A1992-F934-EC48-A675-5328B572D63D}" type="presOf" srcId="{3C65A1CA-C348-8A46-854D-CB8C83D8A112}" destId="{5A043805-F757-CF4A-9485-BE4798BC4994}" srcOrd="0" destOrd="0" presId="urn:microsoft.com/office/officeart/2005/8/layout/cycle3"/>
    <dgm:cxn modelId="{E70A7B96-E081-FD44-8939-886A69748AA8}" type="presOf" srcId="{056D782B-3AE9-6341-8054-2A504A814F31}" destId="{CA38CAAF-4126-F842-9139-795E9B492809}" srcOrd="0" destOrd="0" presId="urn:microsoft.com/office/officeart/2005/8/layout/cycle3"/>
    <dgm:cxn modelId="{9D35A697-CD78-E84D-ACD4-57979380DB8E}" srcId="{056D782B-3AE9-6341-8054-2A504A814F31}" destId="{D56B6BE1-E4D0-394D-A3D2-CB5AA4024D55}" srcOrd="2" destOrd="0" parTransId="{659AC1EE-6628-824A-B823-52F387E01033}" sibTransId="{486BE965-D079-354A-8A11-71412DC2A78D}"/>
    <dgm:cxn modelId="{F9CE7798-BD42-3349-9408-17F59482892B}" srcId="{056D782B-3AE9-6341-8054-2A504A814F31}" destId="{87C913A6-2A36-C840-8C34-44B345906945}" srcOrd="3" destOrd="0" parTransId="{721C540D-DF5C-DF47-BE38-5DB2CA559E21}" sibTransId="{1E788998-85E9-D34F-801B-7347E3EB0C3E}"/>
    <dgm:cxn modelId="{2A45D999-46E5-E141-A889-E7E6724A1BEE}" srcId="{056D782B-3AE9-6341-8054-2A504A814F31}" destId="{D944F075-B569-C445-9131-D0B813F81D95}" srcOrd="5" destOrd="0" parTransId="{2AB657AE-DE05-6642-A47F-D076DBCFE7BC}" sibTransId="{86A5A618-D0E0-BF4D-8C48-0331F40F0028}"/>
    <dgm:cxn modelId="{33A28EA5-8B88-D546-A985-A8877D4AEA3C}" type="presOf" srcId="{D56B6BE1-E4D0-394D-A3D2-CB5AA4024D55}" destId="{659FE536-1F1D-504E-930D-115BE2D22DCB}" srcOrd="0" destOrd="0" presId="urn:microsoft.com/office/officeart/2005/8/layout/cycle3"/>
    <dgm:cxn modelId="{577D96AE-07E1-BE47-813A-2058F110D0DD}" srcId="{056D782B-3AE9-6341-8054-2A504A814F31}" destId="{409F7A24-5637-5243-801D-289994206447}" srcOrd="0" destOrd="0" parTransId="{2CE23994-248B-7D40-BED2-A70B6FE371A8}" sibTransId="{7224B14F-880B-634F-A526-C4E35D50D1E3}"/>
    <dgm:cxn modelId="{A9CF93BE-2672-0946-970F-8E97FD0DAD8E}" type="presOf" srcId="{4326A752-E400-4E49-AD2E-BF0AD97A978D}" destId="{1DF87B89-7439-B148-B088-80277B1BDDD3}" srcOrd="0" destOrd="0" presId="urn:microsoft.com/office/officeart/2005/8/layout/cycle3"/>
    <dgm:cxn modelId="{43135BC3-C5A6-F245-97FA-076300E7A0F9}" type="presOf" srcId="{409F7A24-5637-5243-801D-289994206447}" destId="{D94B10FC-86A6-FF4A-A1B2-1E5A15A9B8EC}" srcOrd="0" destOrd="0" presId="urn:microsoft.com/office/officeart/2005/8/layout/cycle3"/>
    <dgm:cxn modelId="{72F39FC9-1C82-2D4A-A2D9-88C1BB9022EF}" type="presOf" srcId="{16418477-AF6E-7849-9D54-63386E430A36}" destId="{A6D2C092-8BDD-184F-B60A-95002E1C617A}" srcOrd="0" destOrd="0" presId="urn:microsoft.com/office/officeart/2005/8/layout/cycle3"/>
    <dgm:cxn modelId="{15524BF9-6736-714B-8F41-7F25724B8F39}" type="presOf" srcId="{87C913A6-2A36-C840-8C34-44B345906945}" destId="{BC53A7EE-063F-0243-80AC-C4417FF60454}" srcOrd="0" destOrd="0" presId="urn:microsoft.com/office/officeart/2005/8/layout/cycle3"/>
    <dgm:cxn modelId="{3874BEAC-FF92-A042-8B3B-5FC421D9B113}" type="presParOf" srcId="{CA38CAAF-4126-F842-9139-795E9B492809}" destId="{CE83B688-DEF8-2646-90E9-C08F8A3E70E7}" srcOrd="0" destOrd="0" presId="urn:microsoft.com/office/officeart/2005/8/layout/cycle3"/>
    <dgm:cxn modelId="{0E8F0E7D-A4FA-4545-B15E-4B033D2618DB}" type="presParOf" srcId="{CE83B688-DEF8-2646-90E9-C08F8A3E70E7}" destId="{D94B10FC-86A6-FF4A-A1B2-1E5A15A9B8EC}" srcOrd="0" destOrd="0" presId="urn:microsoft.com/office/officeart/2005/8/layout/cycle3"/>
    <dgm:cxn modelId="{CF08E2E7-584C-6247-B16B-C80F758DBF89}" type="presParOf" srcId="{CE83B688-DEF8-2646-90E9-C08F8A3E70E7}" destId="{19409FAB-9ED0-024C-9BD3-FA3940064CB5}" srcOrd="1" destOrd="0" presId="urn:microsoft.com/office/officeart/2005/8/layout/cycle3"/>
    <dgm:cxn modelId="{9C04867F-3EB1-FB40-9BCB-4C9BB2D5FF0B}" type="presParOf" srcId="{CE83B688-DEF8-2646-90E9-C08F8A3E70E7}" destId="{A6D2C092-8BDD-184F-B60A-95002E1C617A}" srcOrd="2" destOrd="0" presId="urn:microsoft.com/office/officeart/2005/8/layout/cycle3"/>
    <dgm:cxn modelId="{39E1BE29-A379-1B4C-82D2-458FC4CF61F2}" type="presParOf" srcId="{CE83B688-DEF8-2646-90E9-C08F8A3E70E7}" destId="{659FE536-1F1D-504E-930D-115BE2D22DCB}" srcOrd="3" destOrd="0" presId="urn:microsoft.com/office/officeart/2005/8/layout/cycle3"/>
    <dgm:cxn modelId="{D32DEAAD-2BBA-8749-A731-9D89188F1347}" type="presParOf" srcId="{CE83B688-DEF8-2646-90E9-C08F8A3E70E7}" destId="{BC53A7EE-063F-0243-80AC-C4417FF60454}" srcOrd="4" destOrd="0" presId="urn:microsoft.com/office/officeart/2005/8/layout/cycle3"/>
    <dgm:cxn modelId="{3D8EFCEA-529F-D64D-AB6E-93C194A0A067}" type="presParOf" srcId="{CE83B688-DEF8-2646-90E9-C08F8A3E70E7}" destId="{1DF87B89-7439-B148-B088-80277B1BDDD3}" srcOrd="5" destOrd="0" presId="urn:microsoft.com/office/officeart/2005/8/layout/cycle3"/>
    <dgm:cxn modelId="{BC921CB3-193E-244B-8953-C9FB142FA41F}" type="presParOf" srcId="{CE83B688-DEF8-2646-90E9-C08F8A3E70E7}" destId="{93260571-C263-5C47-A419-401F437055EE}" srcOrd="6" destOrd="0" presId="urn:microsoft.com/office/officeart/2005/8/layout/cycle3"/>
    <dgm:cxn modelId="{748B3F98-CE36-0B46-9ABF-1E9069495B16}" type="presParOf" srcId="{CE83B688-DEF8-2646-90E9-C08F8A3E70E7}" destId="{5A043805-F757-CF4A-9485-BE4798BC4994}" srcOrd="7" destOrd="0" presId="urn:microsoft.com/office/officeart/2005/8/layout/cycle3"/>
    <dgm:cxn modelId="{86ECA832-43EB-D546-957D-15C5C6AE0728}" type="presParOf" srcId="{CE83B688-DEF8-2646-90E9-C08F8A3E70E7}" destId="{1A690F30-74B2-4847-B5F5-75A4E2E3AD9E}" srcOrd="8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409FAB-9ED0-024C-9BD3-FA3940064CB5}">
      <dsp:nvSpPr>
        <dsp:cNvPr id="0" name=""/>
        <dsp:cNvSpPr/>
      </dsp:nvSpPr>
      <dsp:spPr>
        <a:xfrm>
          <a:off x="1342118" y="-46420"/>
          <a:ext cx="5443763" cy="5443763"/>
        </a:xfrm>
        <a:prstGeom prst="circularArrow">
          <a:avLst>
            <a:gd name="adj1" fmla="val 5544"/>
            <a:gd name="adj2" fmla="val 330680"/>
            <a:gd name="adj3" fmla="val 14640608"/>
            <a:gd name="adj4" fmla="val 16879136"/>
            <a:gd name="adj5" fmla="val 575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4B10FC-86A6-FF4A-A1B2-1E5A15A9B8EC}">
      <dsp:nvSpPr>
        <dsp:cNvPr id="0" name=""/>
        <dsp:cNvSpPr/>
      </dsp:nvSpPr>
      <dsp:spPr>
        <a:xfrm>
          <a:off x="3292078" y="1938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貿易赤字</a:t>
          </a:r>
        </a:p>
      </dsp:txBody>
      <dsp:txXfrm>
        <a:off x="3329760" y="39620"/>
        <a:ext cx="1468479" cy="696557"/>
      </dsp:txXfrm>
    </dsp:sp>
    <dsp:sp modelId="{A6D2C092-8BDD-184F-B60A-95002E1C617A}">
      <dsp:nvSpPr>
        <dsp:cNvPr id="0" name=""/>
        <dsp:cNvSpPr/>
      </dsp:nvSpPr>
      <dsp:spPr>
        <a:xfrm>
          <a:off x="4933579" y="681870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金準備減少</a:t>
          </a:r>
        </a:p>
      </dsp:txBody>
      <dsp:txXfrm>
        <a:off x="4971261" y="719552"/>
        <a:ext cx="1468479" cy="696557"/>
      </dsp:txXfrm>
    </dsp:sp>
    <dsp:sp modelId="{659FE536-1F1D-504E-930D-115BE2D22DCB}">
      <dsp:nvSpPr>
        <dsp:cNvPr id="0" name=""/>
        <dsp:cNvSpPr/>
      </dsp:nvSpPr>
      <dsp:spPr>
        <a:xfrm>
          <a:off x="5613512" y="2323372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sz="1600" kern="1200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減少</a:t>
          </a:r>
        </a:p>
      </dsp:txBody>
      <dsp:txXfrm>
        <a:off x="5651194" y="2361054"/>
        <a:ext cx="1468479" cy="696557"/>
      </dsp:txXfrm>
    </dsp:sp>
    <dsp:sp modelId="{BC53A7EE-063F-0243-80AC-C4417FF60454}">
      <dsp:nvSpPr>
        <dsp:cNvPr id="0" name=""/>
        <dsp:cNvSpPr/>
      </dsp:nvSpPr>
      <dsp:spPr>
        <a:xfrm>
          <a:off x="4933579" y="3964874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物価安</a:t>
          </a:r>
          <a:br>
            <a:rPr kumimoji="1" lang="en-US" altLang="ja-JP" sz="1600" kern="1200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（デフレ）</a:t>
          </a:r>
        </a:p>
      </dsp:txBody>
      <dsp:txXfrm>
        <a:off x="4971261" y="4002556"/>
        <a:ext cx="1468479" cy="696557"/>
      </dsp:txXfrm>
    </dsp:sp>
    <dsp:sp modelId="{1DF87B89-7439-B148-B088-80277B1BDDD3}">
      <dsp:nvSpPr>
        <dsp:cNvPr id="0" name=""/>
        <dsp:cNvSpPr/>
      </dsp:nvSpPr>
      <dsp:spPr>
        <a:xfrm>
          <a:off x="3292078" y="4644806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貿易黒字</a:t>
          </a:r>
        </a:p>
      </dsp:txBody>
      <dsp:txXfrm>
        <a:off x="3329760" y="4682488"/>
        <a:ext cx="1468479" cy="696557"/>
      </dsp:txXfrm>
    </dsp:sp>
    <dsp:sp modelId="{93260571-C263-5C47-A419-401F437055EE}">
      <dsp:nvSpPr>
        <dsp:cNvPr id="0" name=""/>
        <dsp:cNvSpPr/>
      </dsp:nvSpPr>
      <dsp:spPr>
        <a:xfrm>
          <a:off x="1650576" y="3964874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金準備増加</a:t>
          </a:r>
        </a:p>
      </dsp:txBody>
      <dsp:txXfrm>
        <a:off x="1688258" y="4002556"/>
        <a:ext cx="1468479" cy="696557"/>
      </dsp:txXfrm>
    </dsp:sp>
    <dsp:sp modelId="{5A043805-F757-CF4A-9485-BE4798BC4994}">
      <dsp:nvSpPr>
        <dsp:cNvPr id="0" name=""/>
        <dsp:cNvSpPr/>
      </dsp:nvSpPr>
      <dsp:spPr>
        <a:xfrm>
          <a:off x="970643" y="2323372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sz="1600" kern="1200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増加</a:t>
          </a:r>
        </a:p>
      </dsp:txBody>
      <dsp:txXfrm>
        <a:off x="1008325" y="2361054"/>
        <a:ext cx="1468479" cy="696557"/>
      </dsp:txXfrm>
    </dsp:sp>
    <dsp:sp modelId="{1A690F30-74B2-4847-B5F5-75A4E2E3AD9E}">
      <dsp:nvSpPr>
        <dsp:cNvPr id="0" name=""/>
        <dsp:cNvSpPr/>
      </dsp:nvSpPr>
      <dsp:spPr>
        <a:xfrm>
          <a:off x="1650576" y="681870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物価高</a:t>
          </a:r>
          <a:br>
            <a:rPr kumimoji="1" lang="en-US" altLang="ja-JP" sz="1600" kern="1200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（インフレ）</a:t>
          </a:r>
        </a:p>
      </dsp:txBody>
      <dsp:txXfrm>
        <a:off x="1688258" y="719552"/>
        <a:ext cx="1468479" cy="6965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2026/3/17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／</a:t>
              </a:r>
              <a:r>
                <a:rPr kumimoji="1" lang="en-US" altLang="ja-JP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WTO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ADE6F2AA-2CF8-4A6D-2959-7B113704FA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864952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1534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87</Words>
  <Application>Microsoft Macintosh PowerPoint</Application>
  <PresentationFormat>ワイド画面</PresentationFormat>
  <Paragraphs>30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HGPSoeiKakugothicUB</vt:lpstr>
      <vt:lpstr>HGSSoeiKakugothicUB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鈴木　淳平</cp:lastModifiedBy>
  <cp:revision>5</cp:revision>
  <dcterms:created xsi:type="dcterms:W3CDTF">2026-01-08T05:16:33Z</dcterms:created>
  <dcterms:modified xsi:type="dcterms:W3CDTF">2026-03-17T08:54:59Z</dcterms:modified>
</cp:coreProperties>
</file>