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78"/>
    <p:restoredTop sz="94658"/>
  </p:normalViewPr>
  <p:slideViewPr>
    <p:cSldViewPr snapToGrid="0">
      <p:cViewPr>
        <p:scale>
          <a:sx n="144" d="100"/>
          <a:sy n="144" d="100"/>
        </p:scale>
        <p:origin x="-1536" y="-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56D782B-3AE9-6341-8054-2A504A814F31}" type="doc">
      <dgm:prSet loTypeId="urn:microsoft.com/office/officeart/2005/8/layout/cycle3" loCatId="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kumimoji="1" lang="ja-JP" altLang="en-US"/>
        </a:p>
      </dgm:t>
    </dgm:pt>
    <dgm:pt modelId="{409F7A24-5637-5243-801D-289994206447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gm:t>
    </dgm:pt>
    <dgm:pt modelId="{2CE23994-248B-7D40-BED2-A70B6FE371A8}" type="par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7224B14F-880B-634F-A526-C4E35D50D1E3}" type="sibTrans" cxnId="{577D96AE-07E1-BE47-813A-2058F110D0DD}">
      <dgm:prSet/>
      <dgm:spPr/>
      <dgm:t>
        <a:bodyPr/>
        <a:lstStyle/>
        <a:p>
          <a:endParaRPr kumimoji="1" lang="ja-JP" altLang="en-US"/>
        </a:p>
      </dgm:t>
    </dgm:pt>
    <dgm:pt modelId="{16418477-AF6E-7849-9D54-63386E430A36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gm:t>
    </dgm:pt>
    <dgm:pt modelId="{9C786919-0F2A-6E4A-AEDF-D6709759B767}" type="par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E53BBC97-B433-8C4B-B689-19334FF5366E}" type="sibTrans" cxnId="{5B2D995C-4229-074D-A910-AF2E78F79A75}">
      <dgm:prSet/>
      <dgm:spPr/>
      <dgm:t>
        <a:bodyPr/>
        <a:lstStyle/>
        <a:p>
          <a:endParaRPr kumimoji="1" lang="ja-JP" altLang="en-US"/>
        </a:p>
      </dgm:t>
    </dgm:pt>
    <dgm:pt modelId="{D56B6BE1-E4D0-394D-A3D2-CB5AA4024D5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gm:t>
    </dgm:pt>
    <dgm:pt modelId="{659AC1EE-6628-824A-B823-52F387E01033}" type="par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486BE965-D079-354A-8A11-71412DC2A78D}" type="sibTrans" cxnId="{9D35A697-CD78-E84D-ACD4-57979380DB8E}">
      <dgm:prSet/>
      <dgm:spPr/>
      <dgm:t>
        <a:bodyPr/>
        <a:lstStyle/>
        <a:p>
          <a:endParaRPr kumimoji="1" lang="ja-JP" altLang="en-US"/>
        </a:p>
      </dgm:t>
    </dgm:pt>
    <dgm:pt modelId="{87C913A6-2A36-C840-8C34-44B34590694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gm:t>
    </dgm:pt>
    <dgm:pt modelId="{721C540D-DF5C-DF47-BE38-5DB2CA559E21}" type="par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1E788998-85E9-D34F-801B-7347E3EB0C3E}" type="sibTrans" cxnId="{F9CE7798-BD42-3349-9408-17F59482892B}">
      <dgm:prSet/>
      <dgm:spPr/>
      <dgm:t>
        <a:bodyPr/>
        <a:lstStyle/>
        <a:p>
          <a:endParaRPr kumimoji="1" lang="ja-JP" altLang="en-US"/>
        </a:p>
      </dgm:t>
    </dgm:pt>
    <dgm:pt modelId="{4326A752-E400-4E49-AD2E-BF0AD97A978D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gm:t>
    </dgm:pt>
    <dgm:pt modelId="{8C968CE8-34FF-894B-AA65-CFAA90D070D2}" type="par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2D7F8951-F8BF-6143-9646-1A76370E1C63}" type="sibTrans" cxnId="{6C30B45B-8310-254F-9AAE-B9AD3AED63A7}">
      <dgm:prSet/>
      <dgm:spPr/>
      <dgm:t>
        <a:bodyPr/>
        <a:lstStyle/>
        <a:p>
          <a:endParaRPr kumimoji="1" lang="ja-JP" altLang="en-US"/>
        </a:p>
      </dgm:t>
    </dgm:pt>
    <dgm:pt modelId="{3C65A1CA-C348-8A46-854D-CB8C83D8A112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gm:t>
    </dgm:pt>
    <dgm:pt modelId="{DDA734B1-D250-FF4A-9EFE-180B0BD9CCAF}" type="par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2F07F163-A262-EB47-B21A-0E2F0E12D06A}" type="sibTrans" cxnId="{E7FF6F82-93E0-D245-A83F-620DB99CE8D3}">
      <dgm:prSet/>
      <dgm:spPr/>
      <dgm:t>
        <a:bodyPr/>
        <a:lstStyle/>
        <a:p>
          <a:endParaRPr kumimoji="1" lang="ja-JP" altLang="en-US"/>
        </a:p>
      </dgm:t>
    </dgm:pt>
    <dgm:pt modelId="{DF12632C-3DFF-0444-AEBA-90FAE8978665}">
      <dgm:prSet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gm:t>
    </dgm:pt>
    <dgm:pt modelId="{8AA5A6E9-F9F8-0348-BDD0-7A4FF5DF3A1A}" type="par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4D1C6FE3-0A91-4541-9BF5-1DA217B5C9DF}" type="sibTrans" cxnId="{A8226A73-0A2E-814D-A4FF-61D325853B73}">
      <dgm:prSet/>
      <dgm:spPr/>
      <dgm:t>
        <a:bodyPr/>
        <a:lstStyle/>
        <a:p>
          <a:endParaRPr kumimoji="1" lang="ja-JP" altLang="en-US"/>
        </a:p>
      </dgm:t>
    </dgm:pt>
    <dgm:pt modelId="{D944F075-B569-C445-9131-D0B813F81D95}">
      <dgm:prSet phldrT="[テキスト]"/>
      <dgm:spPr>
        <a:ln w="12700"/>
      </dgm:spPr>
      <dgm:t>
        <a:bodyPr/>
        <a:lstStyle/>
        <a:p>
          <a:r>
            <a:rPr kumimoji="1" lang="ja-JP" altLang="en-US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gm:t>
    </dgm:pt>
    <dgm:pt modelId="{2AB657AE-DE05-6642-A47F-D076DBCFE7BC}" type="par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86A5A618-D0E0-BF4D-8C48-0331F40F0028}" type="sibTrans" cxnId="{2A45D999-46E5-E141-A889-E7E6724A1BEE}">
      <dgm:prSet/>
      <dgm:spPr/>
      <dgm:t>
        <a:bodyPr/>
        <a:lstStyle/>
        <a:p>
          <a:endParaRPr kumimoji="1" lang="ja-JP" altLang="en-US"/>
        </a:p>
      </dgm:t>
    </dgm:pt>
    <dgm:pt modelId="{CA38CAAF-4126-F842-9139-795E9B492809}" type="pres">
      <dgm:prSet presAssocID="{056D782B-3AE9-6341-8054-2A504A814F31}" presName="Name0" presStyleCnt="0">
        <dgm:presLayoutVars>
          <dgm:dir/>
          <dgm:resizeHandles val="exact"/>
        </dgm:presLayoutVars>
      </dgm:prSet>
      <dgm:spPr/>
    </dgm:pt>
    <dgm:pt modelId="{CE83B688-DEF8-2646-90E9-C08F8A3E70E7}" type="pres">
      <dgm:prSet presAssocID="{056D782B-3AE9-6341-8054-2A504A814F31}" presName="cycle" presStyleCnt="0"/>
      <dgm:spPr/>
    </dgm:pt>
    <dgm:pt modelId="{D94B10FC-86A6-FF4A-A1B2-1E5A15A9B8EC}" type="pres">
      <dgm:prSet presAssocID="{409F7A24-5637-5243-801D-289994206447}" presName="nodeFirstNode" presStyleLbl="node1" presStyleIdx="0" presStyleCnt="8">
        <dgm:presLayoutVars>
          <dgm:bulletEnabled val="1"/>
        </dgm:presLayoutVars>
      </dgm:prSet>
      <dgm:spPr/>
    </dgm:pt>
    <dgm:pt modelId="{19409FAB-9ED0-024C-9BD3-FA3940064CB5}" type="pres">
      <dgm:prSet presAssocID="{7224B14F-880B-634F-A526-C4E35D50D1E3}" presName="sibTransFirstNode" presStyleLbl="bgShp" presStyleIdx="0" presStyleCnt="1"/>
      <dgm:spPr/>
    </dgm:pt>
    <dgm:pt modelId="{A6D2C092-8BDD-184F-B60A-95002E1C617A}" type="pres">
      <dgm:prSet presAssocID="{16418477-AF6E-7849-9D54-63386E430A36}" presName="nodeFollowingNodes" presStyleLbl="node1" presStyleIdx="1" presStyleCnt="8">
        <dgm:presLayoutVars>
          <dgm:bulletEnabled val="1"/>
        </dgm:presLayoutVars>
      </dgm:prSet>
      <dgm:spPr/>
    </dgm:pt>
    <dgm:pt modelId="{659FE536-1F1D-504E-930D-115BE2D22DCB}" type="pres">
      <dgm:prSet presAssocID="{D56B6BE1-E4D0-394D-A3D2-CB5AA4024D55}" presName="nodeFollowingNodes" presStyleLbl="node1" presStyleIdx="2" presStyleCnt="8">
        <dgm:presLayoutVars>
          <dgm:bulletEnabled val="1"/>
        </dgm:presLayoutVars>
      </dgm:prSet>
      <dgm:spPr/>
    </dgm:pt>
    <dgm:pt modelId="{BC53A7EE-063F-0243-80AC-C4417FF60454}" type="pres">
      <dgm:prSet presAssocID="{87C913A6-2A36-C840-8C34-44B345906945}" presName="nodeFollowingNodes" presStyleLbl="node1" presStyleIdx="3" presStyleCnt="8">
        <dgm:presLayoutVars>
          <dgm:bulletEnabled val="1"/>
        </dgm:presLayoutVars>
      </dgm:prSet>
      <dgm:spPr/>
    </dgm:pt>
    <dgm:pt modelId="{1DF87B89-7439-B148-B088-80277B1BDDD3}" type="pres">
      <dgm:prSet presAssocID="{4326A752-E400-4E49-AD2E-BF0AD97A978D}" presName="nodeFollowingNodes" presStyleLbl="node1" presStyleIdx="4" presStyleCnt="8">
        <dgm:presLayoutVars>
          <dgm:bulletEnabled val="1"/>
        </dgm:presLayoutVars>
      </dgm:prSet>
      <dgm:spPr/>
    </dgm:pt>
    <dgm:pt modelId="{93260571-C263-5C47-A419-401F437055EE}" type="pres">
      <dgm:prSet presAssocID="{D944F075-B569-C445-9131-D0B813F81D95}" presName="nodeFollowingNodes" presStyleLbl="node1" presStyleIdx="5" presStyleCnt="8">
        <dgm:presLayoutVars>
          <dgm:bulletEnabled val="1"/>
        </dgm:presLayoutVars>
      </dgm:prSet>
      <dgm:spPr/>
    </dgm:pt>
    <dgm:pt modelId="{5A043805-F757-CF4A-9485-BE4798BC4994}" type="pres">
      <dgm:prSet presAssocID="{3C65A1CA-C348-8A46-854D-CB8C83D8A112}" presName="nodeFollowingNodes" presStyleLbl="node1" presStyleIdx="6" presStyleCnt="8">
        <dgm:presLayoutVars>
          <dgm:bulletEnabled val="1"/>
        </dgm:presLayoutVars>
      </dgm:prSet>
      <dgm:spPr/>
    </dgm:pt>
    <dgm:pt modelId="{1A690F30-74B2-4847-B5F5-75A4E2E3AD9E}" type="pres">
      <dgm:prSet presAssocID="{DF12632C-3DFF-0444-AEBA-90FAE8978665}" presName="nodeFollowingNodes" presStyleLbl="node1" presStyleIdx="7" presStyleCnt="8">
        <dgm:presLayoutVars>
          <dgm:bulletEnabled val="1"/>
        </dgm:presLayoutVars>
      </dgm:prSet>
      <dgm:spPr/>
    </dgm:pt>
  </dgm:ptLst>
  <dgm:cxnLst>
    <dgm:cxn modelId="{F396E149-1945-6244-9732-13C1A68DBD32}" type="presOf" srcId="{7224B14F-880B-634F-A526-C4E35D50D1E3}" destId="{19409FAB-9ED0-024C-9BD3-FA3940064CB5}" srcOrd="0" destOrd="0" presId="urn:microsoft.com/office/officeart/2005/8/layout/cycle3"/>
    <dgm:cxn modelId="{0126C255-FDFA-D24A-B385-8A484C4CB250}" type="presOf" srcId="{DF12632C-3DFF-0444-AEBA-90FAE8978665}" destId="{1A690F30-74B2-4847-B5F5-75A4E2E3AD9E}" srcOrd="0" destOrd="0" presId="urn:microsoft.com/office/officeart/2005/8/layout/cycle3"/>
    <dgm:cxn modelId="{6C30B45B-8310-254F-9AAE-B9AD3AED63A7}" srcId="{056D782B-3AE9-6341-8054-2A504A814F31}" destId="{4326A752-E400-4E49-AD2E-BF0AD97A978D}" srcOrd="4" destOrd="0" parTransId="{8C968CE8-34FF-894B-AA65-CFAA90D070D2}" sibTransId="{2D7F8951-F8BF-6143-9646-1A76370E1C63}"/>
    <dgm:cxn modelId="{5B2D995C-4229-074D-A910-AF2E78F79A75}" srcId="{056D782B-3AE9-6341-8054-2A504A814F31}" destId="{16418477-AF6E-7849-9D54-63386E430A36}" srcOrd="1" destOrd="0" parTransId="{9C786919-0F2A-6E4A-AEDF-D6709759B767}" sibTransId="{E53BBC97-B433-8C4B-B689-19334FF5366E}"/>
    <dgm:cxn modelId="{A8226A73-0A2E-814D-A4FF-61D325853B73}" srcId="{056D782B-3AE9-6341-8054-2A504A814F31}" destId="{DF12632C-3DFF-0444-AEBA-90FAE8978665}" srcOrd="7" destOrd="0" parTransId="{8AA5A6E9-F9F8-0348-BDD0-7A4FF5DF3A1A}" sibTransId="{4D1C6FE3-0A91-4541-9BF5-1DA217B5C9DF}"/>
    <dgm:cxn modelId="{30480581-8EA3-E94D-B8EF-456AAE914C33}" type="presOf" srcId="{D944F075-B569-C445-9131-D0B813F81D95}" destId="{93260571-C263-5C47-A419-401F437055EE}" srcOrd="0" destOrd="0" presId="urn:microsoft.com/office/officeart/2005/8/layout/cycle3"/>
    <dgm:cxn modelId="{E7FF6F82-93E0-D245-A83F-620DB99CE8D3}" srcId="{056D782B-3AE9-6341-8054-2A504A814F31}" destId="{3C65A1CA-C348-8A46-854D-CB8C83D8A112}" srcOrd="6" destOrd="0" parTransId="{DDA734B1-D250-FF4A-9EFE-180B0BD9CCAF}" sibTransId="{2F07F163-A262-EB47-B21A-0E2F0E12D06A}"/>
    <dgm:cxn modelId="{FA7A1992-F934-EC48-A675-5328B572D63D}" type="presOf" srcId="{3C65A1CA-C348-8A46-854D-CB8C83D8A112}" destId="{5A043805-F757-CF4A-9485-BE4798BC4994}" srcOrd="0" destOrd="0" presId="urn:microsoft.com/office/officeart/2005/8/layout/cycle3"/>
    <dgm:cxn modelId="{E70A7B96-E081-FD44-8939-886A69748AA8}" type="presOf" srcId="{056D782B-3AE9-6341-8054-2A504A814F31}" destId="{CA38CAAF-4126-F842-9139-795E9B492809}" srcOrd="0" destOrd="0" presId="urn:microsoft.com/office/officeart/2005/8/layout/cycle3"/>
    <dgm:cxn modelId="{9D35A697-CD78-E84D-ACD4-57979380DB8E}" srcId="{056D782B-3AE9-6341-8054-2A504A814F31}" destId="{D56B6BE1-E4D0-394D-A3D2-CB5AA4024D55}" srcOrd="2" destOrd="0" parTransId="{659AC1EE-6628-824A-B823-52F387E01033}" sibTransId="{486BE965-D079-354A-8A11-71412DC2A78D}"/>
    <dgm:cxn modelId="{F9CE7798-BD42-3349-9408-17F59482892B}" srcId="{056D782B-3AE9-6341-8054-2A504A814F31}" destId="{87C913A6-2A36-C840-8C34-44B345906945}" srcOrd="3" destOrd="0" parTransId="{721C540D-DF5C-DF47-BE38-5DB2CA559E21}" sibTransId="{1E788998-85E9-D34F-801B-7347E3EB0C3E}"/>
    <dgm:cxn modelId="{2A45D999-46E5-E141-A889-E7E6724A1BEE}" srcId="{056D782B-3AE9-6341-8054-2A504A814F31}" destId="{D944F075-B569-C445-9131-D0B813F81D95}" srcOrd="5" destOrd="0" parTransId="{2AB657AE-DE05-6642-A47F-D076DBCFE7BC}" sibTransId="{86A5A618-D0E0-BF4D-8C48-0331F40F0028}"/>
    <dgm:cxn modelId="{33A28EA5-8B88-D546-A985-A8877D4AEA3C}" type="presOf" srcId="{D56B6BE1-E4D0-394D-A3D2-CB5AA4024D55}" destId="{659FE536-1F1D-504E-930D-115BE2D22DCB}" srcOrd="0" destOrd="0" presId="urn:microsoft.com/office/officeart/2005/8/layout/cycle3"/>
    <dgm:cxn modelId="{577D96AE-07E1-BE47-813A-2058F110D0DD}" srcId="{056D782B-3AE9-6341-8054-2A504A814F31}" destId="{409F7A24-5637-5243-801D-289994206447}" srcOrd="0" destOrd="0" parTransId="{2CE23994-248B-7D40-BED2-A70B6FE371A8}" sibTransId="{7224B14F-880B-634F-A526-C4E35D50D1E3}"/>
    <dgm:cxn modelId="{A9CF93BE-2672-0946-970F-8E97FD0DAD8E}" type="presOf" srcId="{4326A752-E400-4E49-AD2E-BF0AD97A978D}" destId="{1DF87B89-7439-B148-B088-80277B1BDDD3}" srcOrd="0" destOrd="0" presId="urn:microsoft.com/office/officeart/2005/8/layout/cycle3"/>
    <dgm:cxn modelId="{43135BC3-C5A6-F245-97FA-076300E7A0F9}" type="presOf" srcId="{409F7A24-5637-5243-801D-289994206447}" destId="{D94B10FC-86A6-FF4A-A1B2-1E5A15A9B8EC}" srcOrd="0" destOrd="0" presId="urn:microsoft.com/office/officeart/2005/8/layout/cycle3"/>
    <dgm:cxn modelId="{72F39FC9-1C82-2D4A-A2D9-88C1BB9022EF}" type="presOf" srcId="{16418477-AF6E-7849-9D54-63386E430A36}" destId="{A6D2C092-8BDD-184F-B60A-95002E1C617A}" srcOrd="0" destOrd="0" presId="urn:microsoft.com/office/officeart/2005/8/layout/cycle3"/>
    <dgm:cxn modelId="{15524BF9-6736-714B-8F41-7F25724B8F39}" type="presOf" srcId="{87C913A6-2A36-C840-8C34-44B345906945}" destId="{BC53A7EE-063F-0243-80AC-C4417FF60454}" srcOrd="0" destOrd="0" presId="urn:microsoft.com/office/officeart/2005/8/layout/cycle3"/>
    <dgm:cxn modelId="{3874BEAC-FF92-A042-8B3B-5FC421D9B113}" type="presParOf" srcId="{CA38CAAF-4126-F842-9139-795E9B492809}" destId="{CE83B688-DEF8-2646-90E9-C08F8A3E70E7}" srcOrd="0" destOrd="0" presId="urn:microsoft.com/office/officeart/2005/8/layout/cycle3"/>
    <dgm:cxn modelId="{0E8F0E7D-A4FA-4545-B15E-4B033D2618DB}" type="presParOf" srcId="{CE83B688-DEF8-2646-90E9-C08F8A3E70E7}" destId="{D94B10FC-86A6-FF4A-A1B2-1E5A15A9B8EC}" srcOrd="0" destOrd="0" presId="urn:microsoft.com/office/officeart/2005/8/layout/cycle3"/>
    <dgm:cxn modelId="{CF08E2E7-584C-6247-B16B-C80F758DBF89}" type="presParOf" srcId="{CE83B688-DEF8-2646-90E9-C08F8A3E70E7}" destId="{19409FAB-9ED0-024C-9BD3-FA3940064CB5}" srcOrd="1" destOrd="0" presId="urn:microsoft.com/office/officeart/2005/8/layout/cycle3"/>
    <dgm:cxn modelId="{9C04867F-3EB1-FB40-9BCB-4C9BB2D5FF0B}" type="presParOf" srcId="{CE83B688-DEF8-2646-90E9-C08F8A3E70E7}" destId="{A6D2C092-8BDD-184F-B60A-95002E1C617A}" srcOrd="2" destOrd="0" presId="urn:microsoft.com/office/officeart/2005/8/layout/cycle3"/>
    <dgm:cxn modelId="{39E1BE29-A379-1B4C-82D2-458FC4CF61F2}" type="presParOf" srcId="{CE83B688-DEF8-2646-90E9-C08F8A3E70E7}" destId="{659FE536-1F1D-504E-930D-115BE2D22DCB}" srcOrd="3" destOrd="0" presId="urn:microsoft.com/office/officeart/2005/8/layout/cycle3"/>
    <dgm:cxn modelId="{D32DEAAD-2BBA-8749-A731-9D89188F1347}" type="presParOf" srcId="{CE83B688-DEF8-2646-90E9-C08F8A3E70E7}" destId="{BC53A7EE-063F-0243-80AC-C4417FF60454}" srcOrd="4" destOrd="0" presId="urn:microsoft.com/office/officeart/2005/8/layout/cycle3"/>
    <dgm:cxn modelId="{3D8EFCEA-529F-D64D-AB6E-93C194A0A067}" type="presParOf" srcId="{CE83B688-DEF8-2646-90E9-C08F8A3E70E7}" destId="{1DF87B89-7439-B148-B088-80277B1BDDD3}" srcOrd="5" destOrd="0" presId="urn:microsoft.com/office/officeart/2005/8/layout/cycle3"/>
    <dgm:cxn modelId="{BC921CB3-193E-244B-8953-C9FB142FA41F}" type="presParOf" srcId="{CE83B688-DEF8-2646-90E9-C08F8A3E70E7}" destId="{93260571-C263-5C47-A419-401F437055EE}" srcOrd="6" destOrd="0" presId="urn:microsoft.com/office/officeart/2005/8/layout/cycle3"/>
    <dgm:cxn modelId="{748B3F98-CE36-0B46-9ABF-1E9069495B16}" type="presParOf" srcId="{CE83B688-DEF8-2646-90E9-C08F8A3E70E7}" destId="{5A043805-F757-CF4A-9485-BE4798BC4994}" srcOrd="7" destOrd="0" presId="urn:microsoft.com/office/officeart/2005/8/layout/cycle3"/>
    <dgm:cxn modelId="{86ECA832-43EB-D546-957D-15C5C6AE0728}" type="presParOf" srcId="{CE83B688-DEF8-2646-90E9-C08F8A3E70E7}" destId="{1A690F30-74B2-4847-B5F5-75A4E2E3AD9E}" srcOrd="8" destOrd="0" presId="urn:microsoft.com/office/officeart/2005/8/layout/cycle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409FAB-9ED0-024C-9BD3-FA3940064CB5}">
      <dsp:nvSpPr>
        <dsp:cNvPr id="0" name=""/>
        <dsp:cNvSpPr/>
      </dsp:nvSpPr>
      <dsp:spPr>
        <a:xfrm>
          <a:off x="1342118" y="-46420"/>
          <a:ext cx="5443763" cy="5443763"/>
        </a:xfrm>
        <a:prstGeom prst="circularArrow">
          <a:avLst>
            <a:gd name="adj1" fmla="val 5544"/>
            <a:gd name="adj2" fmla="val 330680"/>
            <a:gd name="adj3" fmla="val 14640608"/>
            <a:gd name="adj4" fmla="val 16879136"/>
            <a:gd name="adj5" fmla="val 5757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4B10FC-86A6-FF4A-A1B2-1E5A15A9B8EC}">
      <dsp:nvSpPr>
        <dsp:cNvPr id="0" name=""/>
        <dsp:cNvSpPr/>
      </dsp:nvSpPr>
      <dsp:spPr>
        <a:xfrm>
          <a:off x="3292078" y="1938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貿易赤字</a:t>
          </a:r>
        </a:p>
      </dsp:txBody>
      <dsp:txXfrm>
        <a:off x="3329760" y="39620"/>
        <a:ext cx="1468479" cy="696557"/>
      </dsp:txXfrm>
    </dsp:sp>
    <dsp:sp modelId="{A6D2C092-8BDD-184F-B60A-95002E1C617A}">
      <dsp:nvSpPr>
        <dsp:cNvPr id="0" name=""/>
        <dsp:cNvSpPr/>
      </dsp:nvSpPr>
      <dsp:spPr>
        <a:xfrm>
          <a:off x="4933579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金準備減少</a:t>
          </a:r>
        </a:p>
      </dsp:txBody>
      <dsp:txXfrm>
        <a:off x="4971261" y="719552"/>
        <a:ext cx="1468479" cy="696557"/>
      </dsp:txXfrm>
    </dsp:sp>
    <dsp:sp modelId="{659FE536-1F1D-504E-930D-115BE2D22DCB}">
      <dsp:nvSpPr>
        <dsp:cNvPr id="0" name=""/>
        <dsp:cNvSpPr/>
      </dsp:nvSpPr>
      <dsp:spPr>
        <a:xfrm>
          <a:off x="5613512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減少</a:t>
          </a:r>
        </a:p>
      </dsp:txBody>
      <dsp:txXfrm>
        <a:off x="5651194" y="2361054"/>
        <a:ext cx="1468479" cy="696557"/>
      </dsp:txXfrm>
    </dsp:sp>
    <dsp:sp modelId="{BC53A7EE-063F-0243-80AC-C4417FF60454}">
      <dsp:nvSpPr>
        <dsp:cNvPr id="0" name=""/>
        <dsp:cNvSpPr/>
      </dsp:nvSpPr>
      <dsp:spPr>
        <a:xfrm>
          <a:off x="4933579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物価安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（デフレ）</a:t>
          </a:r>
        </a:p>
      </dsp:txBody>
      <dsp:txXfrm>
        <a:off x="4971261" y="4002556"/>
        <a:ext cx="1468479" cy="696557"/>
      </dsp:txXfrm>
    </dsp:sp>
    <dsp:sp modelId="{1DF87B89-7439-B148-B088-80277B1BDDD3}">
      <dsp:nvSpPr>
        <dsp:cNvPr id="0" name=""/>
        <dsp:cNvSpPr/>
      </dsp:nvSpPr>
      <dsp:spPr>
        <a:xfrm>
          <a:off x="3292078" y="4644806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貿易黒字</a:t>
          </a:r>
        </a:p>
      </dsp:txBody>
      <dsp:txXfrm>
        <a:off x="3329760" y="4682488"/>
        <a:ext cx="1468479" cy="696557"/>
      </dsp:txXfrm>
    </dsp:sp>
    <dsp:sp modelId="{93260571-C263-5C47-A419-401F437055EE}">
      <dsp:nvSpPr>
        <dsp:cNvPr id="0" name=""/>
        <dsp:cNvSpPr/>
      </dsp:nvSpPr>
      <dsp:spPr>
        <a:xfrm>
          <a:off x="1650576" y="3964874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金準備増加</a:t>
          </a:r>
        </a:p>
      </dsp:txBody>
      <dsp:txXfrm>
        <a:off x="1688258" y="4002556"/>
        <a:ext cx="1468479" cy="696557"/>
      </dsp:txXfrm>
    </dsp:sp>
    <dsp:sp modelId="{5A043805-F757-CF4A-9485-BE4798BC4994}">
      <dsp:nvSpPr>
        <dsp:cNvPr id="0" name=""/>
        <dsp:cNvSpPr/>
      </dsp:nvSpPr>
      <dsp:spPr>
        <a:xfrm>
          <a:off x="970643" y="2323372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紙幣発行量</a:t>
          </a:r>
          <a:endParaRPr kumimoji="1" lang="en-US" altLang="ja-JP" sz="1600" kern="1200" dirty="0">
            <a:latin typeface="HGSSoeiKakugothicUB" panose="020B0900000000000000" pitchFamily="34" charset="-128"/>
            <a:ea typeface="HGSSoeiKakugothicUB" panose="020B0900000000000000" pitchFamily="34" charset="-128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増加</a:t>
          </a:r>
        </a:p>
      </dsp:txBody>
      <dsp:txXfrm>
        <a:off x="1008325" y="2361054"/>
        <a:ext cx="1468479" cy="696557"/>
      </dsp:txXfrm>
    </dsp:sp>
    <dsp:sp modelId="{1A690F30-74B2-4847-B5F5-75A4E2E3AD9E}">
      <dsp:nvSpPr>
        <dsp:cNvPr id="0" name=""/>
        <dsp:cNvSpPr/>
      </dsp:nvSpPr>
      <dsp:spPr>
        <a:xfrm>
          <a:off x="1650576" y="681870"/>
          <a:ext cx="1543843" cy="771921"/>
        </a:xfrm>
        <a:prstGeom prst="round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rgbClr r="0" g="0" b="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物価高</a:t>
          </a:r>
          <a:br>
            <a:rPr kumimoji="1" lang="en-US" altLang="ja-JP" sz="1600" kern="1200" dirty="0">
              <a:latin typeface="HGSSoeiKakugothicUB" panose="020B0900000000000000" pitchFamily="34" charset="-128"/>
              <a:ea typeface="HGSSoeiKakugothicUB" panose="020B0900000000000000" pitchFamily="34" charset="-128"/>
            </a:rPr>
          </a:br>
          <a:r>
            <a:rPr kumimoji="1" lang="ja-JP" altLang="en-US" sz="1600" kern="1200">
              <a:latin typeface="HGSSoeiKakugothicUB" panose="020B0900000000000000" pitchFamily="34" charset="-128"/>
              <a:ea typeface="HGSSoeiKakugothicUB" panose="020B0900000000000000" pitchFamily="34" charset="-128"/>
            </a:rPr>
            <a:t>（インフレ）</a:t>
          </a:r>
        </a:p>
      </dsp:txBody>
      <dsp:txXfrm>
        <a:off x="1688258" y="719552"/>
        <a:ext cx="1468479" cy="69655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3">
  <dgm:title val=""/>
  <dgm:desc val=""/>
  <dgm:catLst>
    <dgm:cat type="cycle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ch" ptType="node" func="cnt" op="equ" val="2">
        <dgm:alg type="composite">
          <dgm:param type="ar" val="0.9"/>
        </dgm:alg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  <dgm:constr type="ctrX" for="ch" forName="node1" refType="w" fact="0.5"/>
          <dgm:constr type="t" for="ch" forName="node1"/>
          <dgm:constr type="w" for="ch" forName="node1" refType="w" fact="0.8"/>
          <dgm:constr type="h" for="ch" forName="node1" refType="w" refFor="ch" refForName="node1" fact="0.5"/>
          <dgm:constr type="ctrX" for="ch" forName="sibTrans" refType="w" fact="0.5"/>
          <dgm:constr type="t" for="ch" forName="sibTrans"/>
          <dgm:constr type="w" for="ch" forName="sibTrans" refType="w" fact="0.8"/>
          <dgm:constr type="h" for="ch" forName="sibTrans" refType="w" refFor="ch" refForName="node1" fact="0.5"/>
          <dgm:constr type="userA" for="ch" forName="sibTrans" refType="w" fact="1.07"/>
          <dgm:constr type="ctrX" for="ch" forName="node2" refType="w" fact="0.5"/>
          <dgm:constr type="b" for="ch" forName="node2" refType="h"/>
          <dgm:constr type="w" for="ch" forName="node2" refType="w" fact="0.8"/>
          <dgm:constr type="h" for="ch" forName="node2" refType="w" refFor="ch" refForName="node1" fact="0.5"/>
          <dgm:constr type="l" for="ch" forName="sp1"/>
          <dgm:constr type="t" for="ch" forName="sp1" refType="h" fact="0.5"/>
          <dgm:constr type="w" for="ch" forName="sp1" val="1"/>
          <dgm:constr type="h" for="ch" forName="sp1" val="1"/>
          <dgm:constr type="r" for="ch" forName="sp2" refType="w"/>
          <dgm:constr type="t" for="ch" forName="sp2" refType="h" fact="0.5"/>
          <dgm:constr type="w" for="ch" forName="sp2" val="1"/>
          <dgm:constr type="h" for="ch" forName="sp2" val="1"/>
        </dgm:constrLst>
        <dgm:ruleLst/>
      </dgm:if>
      <dgm:else name="Name3">
        <dgm:alg type="composite"/>
        <dgm:shape xmlns:r="http://schemas.openxmlformats.org/officeDocument/2006/relationships" r:blip="">
          <dgm:adjLst/>
        </dgm:shape>
        <dgm:presOf/>
        <dgm:constrLst>
          <dgm:constr type="primFontSz" for="ch" ptType="node" op="equ" val="65"/>
        </dgm:constrLst>
        <dgm:ruleLst/>
      </dgm:else>
    </dgm:choose>
    <dgm:choose name="Name4">
      <dgm:if name="Name5" axis="ch" ptType="node" func="cnt" op="equ" val="2">
        <dgm:layoutNode name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ibTrans" styleLbl="bgShp">
          <dgm:choose name="Name6">
            <dgm:if name="Name7" func="var" arg="dir" op="equ" val="norm">
              <dgm:alg type="conn">
                <dgm:param type="connRout" val="longCurve"/>
                <dgm:param type="begPts" val="midR"/>
                <dgm:param type="endPts" val="midL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 fact="-1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if>
            <dgm:else name="Name8">
              <dgm:alg type="conn">
                <dgm:param type="connRout" val="longCurve"/>
                <dgm:param type="begPts" val="midL"/>
                <dgm:param type="endPts" val="midR"/>
                <dgm:param type="dstNode" val="node1"/>
              </dgm:alg>
              <dgm:shape xmlns:r="http://schemas.openxmlformats.org/officeDocument/2006/relationships" type="conn" r:blip="" zOrderOff="-2">
                <dgm:adjLst/>
              </dgm:shape>
              <dgm:presOf axis="ch" ptType="sibTrans"/>
              <dgm:constrLst>
                <dgm:constr type="userA"/>
                <dgm:constr type="diam" refType="userA"/>
                <dgm:constr type="wArH" refType="userA" fact="0.05"/>
                <dgm:constr type="hArH" refType="userA" fact="0.1"/>
                <dgm:constr type="stemThick" refType="userA" fact="0.06"/>
                <dgm:constr type="begPad" refType="connDist" fact="-0.2"/>
                <dgm:constr type="endPad" refType="connDist" fact="0.05"/>
              </dgm:constrLst>
            </dgm:else>
          </dgm:choose>
          <dgm:ruleLst/>
        </dgm:layoutNode>
        <dgm:layoutNode name="node2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sp1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sp2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if>
      <dgm:else name="Name9">
        <dgm:layoutNode name="cycle">
          <dgm:choose name="Name10">
            <dgm:if name="Name11" func="var" arg="dir" op="equ" val="norm">
              <dgm:alg type="cycle">
                <dgm:param type="stAng" val="0"/>
                <dgm:param type="spanAng" val="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 fact="-1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if>
            <dgm:else name="Name12">
              <dgm:alg type="cycle">
                <dgm:param type="stAng" val="0"/>
                <dgm:param type="spanAng" val="-360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diam" refType="w"/>
                <dgm:constr type="w" for="ch" ptType="node" refType="w"/>
                <dgm:constr type="sibSp" val="15"/>
                <dgm:constr type="userA" for="ch" ptType="sibTrans" refType="diam" op="equ"/>
                <dgm:constr type="wArH" for="ch" ptType="sibTrans" refType="diam" op="equ" fact="0.05"/>
                <dgm:constr type="hArH" for="ch" ptType="sibTrans" refType="diam" op="equ" fact="0.1"/>
                <dgm:constr type="stemThick" for="ch" ptType="sibTrans" refType="diam" op="equ" fact="0.065"/>
                <dgm:constr type="primFontSz" for="ch" ptType="node" op="equ"/>
              </dgm:constrLst>
            </dgm:else>
          </dgm:choose>
          <dgm:ruleLst/>
          <dgm:forEach name="nodesFirstNodeForEach" axis="ch" ptType="node" cnt="1">
            <dgm:layoutNode name="nodeFirstNode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  <dgm:forEach name="sibTransForEach" axis="followSib" ptType="sibTrans" cnt="1">
              <dgm:layoutNode name="sibTransFirstNode" styleLbl="bgShp">
                <dgm:choose name="Name13">
                  <dgm:if name="Name14" func="var" arg="dir" op="equ" val="norm">
                    <dgm:alg type="conn">
                      <dgm:param type="connRout" val="longCurve"/>
                      <dgm:param type="begPts" val="midR"/>
                      <dgm:param type="endPts" val="midL"/>
                      <dgm:param type="dstNode" val="nodeFirstNode"/>
                    </dgm:alg>
                  </dgm:if>
                  <dgm:else name="Name15">
                    <dgm:alg type="conn">
                      <dgm:param type="connRout" val="longCurve"/>
                      <dgm:param type="begPts" val="midL"/>
                      <dgm:param type="endPts" val="midR"/>
                      <dgm:param type="dstNode" val="nodeFirstNode"/>
                    </dgm:alg>
                  </dgm:else>
                </dgm:choose>
                <dgm:shape xmlns:r="http://schemas.openxmlformats.org/officeDocument/2006/relationships" type="conn" r:blip="" zOrderOff="-2">
                  <dgm:adjLst/>
                </dgm:shape>
                <dgm:presOf axis="self"/>
                <dgm:choose name="Name16">
                  <dgm:if name="Name17" axis="par ch" ptType="doc node" func="cnt" op="equ" val="3">
                    <dgm:constrLst>
                      <dgm:constr type="userA"/>
                      <dgm:constr type="diam" refType="userA" fact="1.01"/>
                      <dgm:constr type="begPad" refType="connDist" fact="-0.2"/>
                      <dgm:constr type="endPad" refType="connDist" fact="0.05"/>
                    </dgm:constrLst>
                  </dgm:if>
                  <dgm:if name="Name18" axis="par ch" ptType="doc node" func="cnt" op="equ" val="4">
                    <dgm:constrLst>
                      <dgm:constr type="userA"/>
                      <dgm:constr type="diam" refType="userA" fact="1.26"/>
                      <dgm:constr type="begPad" refType="connDist" fact="-0.2"/>
                      <dgm:constr type="endPad" refType="connDist" fact="0.05"/>
                    </dgm:constrLst>
                  </dgm:if>
                  <dgm:if name="Name19" axis="par ch" ptType="doc node" func="cnt" op="equ" val="5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if>
                  <dgm:if name="Name20" axis="par ch" ptType="doc node" func="cnt" op="equ" val="6">
                    <dgm:constrLst>
                      <dgm:constr type="userA"/>
                      <dgm:constr type="diam" refType="userA" fact="1.1"/>
                      <dgm:constr type="begPad" refType="connDist" fact="-0.2"/>
                      <dgm:constr type="endPad" refType="connDist" fact="0.05"/>
                    </dgm:constrLst>
                  </dgm:if>
                  <dgm:else name="Name21">
                    <dgm:constrLst>
                      <dgm:constr type="userA"/>
                      <dgm:constr type="diam" refType="userA" fact="1.04"/>
                      <dgm:constr type="begPad" refType="connDist" fact="-0.2"/>
                      <dgm:constr type="endPad" refType="connDist" fact="0.05"/>
                    </dgm:constrLst>
                  </dgm:else>
                </dgm:choose>
                <dgm:ruleLst/>
              </dgm:layoutNode>
            </dgm:forEach>
          </dgm:forEach>
          <dgm:forEach name="followingNodesForEach" axis="ch" ptType="node" st="2">
            <dgm:layoutNode name="nodeFollowingNodes">
              <dgm:varLst>
                <dgm:bulletEnabled val="1"/>
              </dgm:varLst>
              <dgm:alg type="tx"/>
              <dgm:shape xmlns:r="http://schemas.openxmlformats.org/officeDocument/2006/relationships" type="roundRect" r:blip="">
                <dgm:adjLst/>
              </dgm:shape>
              <dgm:presOf axis="desOrSelf" ptType="node"/>
              <dgm:constrLst>
                <dgm:constr type="h" refType="w" fact="0.5"/>
                <dgm:constr type="primFontSz" val="65"/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forEach>
        </dgm:layoutNod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17D773-F98D-2CB4-8E6B-5E2532670A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C3FFF5A-83DE-1990-5001-AA6C466A1F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FEC61E0-197F-D001-9DC8-94A03F189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7E8EE15-6F6F-4264-A01D-385CC79EB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8ABA0C-B83B-4951-CE97-E9970F384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53588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3284D2B-FCC3-D2DF-CDB1-E3637B691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9A0A500-E7B5-58CB-D8AA-A76D17D50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D412516-E07A-AC18-4CCC-5B06247238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ED86F67-E7D2-5369-81EE-FF136647C0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4EAE59-E5C6-6EE3-C9EB-02F6451D2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679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4E4AC4-F509-3301-EED1-3706B0A2F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6CA9AFF-892A-B238-0F1E-38E89CE644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98241C-38AC-5651-2FBD-40B011A1D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9B4F1F3-9016-2FA6-37FB-F9C0CC3D9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D07A1E-05DD-E136-B663-8D0469781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5143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B0FB9CA-D198-549D-F665-B779D54D9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74EEF9E-D9DD-87BA-6463-18E1BCE1235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ED2A566-1A0F-A04B-9D7B-AD9B31DBCC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3390880-2D55-87B4-222D-FC7E92A87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57F514C-9DFC-684A-8DEF-F3F4C7F91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990486-02A2-3228-EB70-8A6E99CA4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641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2C4DDB-9F04-F6A4-7653-4F27465C3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A69B245-B005-E5B7-7AE3-B8CC92350F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E9783D-A8FD-CE71-F5EE-DF2F3B4FE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8BDD013-4C89-A60E-F514-DDFC3DE9C5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5B4B9F8-86DE-5CEE-0F61-0F8C3AA210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C0935B1-7E7A-EB3D-865C-1FA7E936A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B21B9B-8DE3-6020-4E56-299C396E7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C6AACE0-2978-1453-F207-1BCCD339D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78718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18B6A5-96C8-C26E-3C41-12BD70F8EB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B90C5EB-7CBB-E4E2-A94B-CAA3266F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C5EFC5C-1104-D178-63F0-BEF62DCA9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F4ED509-D002-0476-8870-1D3B3D8B1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89394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E1869BA-E062-CA58-D399-36C987517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45AFF7D0-4F51-3A61-0F74-FEB0D36D7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0963F1-E847-9DBA-F2E8-241ADFE8EC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84952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1F2D941-B428-DED8-9507-7B2F70F9A8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9BD39D-E789-2661-ECE0-8665440321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AE6138FC-C1D2-0078-4CB1-8270F7CE23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6AC4DDA-7FF3-DB08-AA56-087328C81E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DD347A9-CC4B-3D2D-ADDA-7A8DA1B9A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ED3085D-004B-B314-B560-624F2E536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25121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9CE889-313E-150F-09DE-1304AF058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5A4C754-2D5F-FBAD-5B4D-D6042E2351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2AEE02-79FC-E2FC-5C13-346A9A54945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7054718-1F11-FD97-FE4D-C2B9C9E5B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9EE3493-BEA4-DC15-D8D3-61DC2B25C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43DBFD-80E2-84CA-3FF3-C989339DE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4015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FBA0D1-7A3B-A293-9841-E166E2C3A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4A2E124-3775-AA92-CD95-4E7DEE57AD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BB23FAA-E927-2A9D-0C8A-B1154C104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C1A046-F9A7-4C06-38B2-CDC46D493A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8449D39-82E8-927F-5077-0515DAF2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56212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5F59696-9017-B6E0-579C-FF5620862B2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9B03FF-B852-2070-6125-A49E8B89530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06A89CB-28D0-9622-67BB-528B8C64A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DFE62F-5A13-B650-3EDD-F7B85E324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A77B39-AF45-1A4E-FDF2-E8FC4F89E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67186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160D3B8-BC8F-3BC9-D4BB-B698F83B1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74E4845-844E-E138-3A35-B08759706F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F47487A-9CAC-55BC-F3EB-041281200B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D38AE0-A022-EC4B-ADED-C3987264F154}" type="datetimeFigureOut">
              <a:rPr kumimoji="1" lang="ja-JP" altLang="en-US" smtClean="0"/>
              <a:t>2026/4/29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FA9E7F-5592-61F3-82E0-D62628EBBB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F1B1E89-4099-A51F-539F-E090B7A9A9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141C86-0941-864D-8F0C-3E7F3D39953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26096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B74CE89B-E4E2-678F-A83F-63C22BF73C56}"/>
              </a:ext>
            </a:extLst>
          </p:cNvPr>
          <p:cNvGrpSpPr/>
          <p:nvPr/>
        </p:nvGrpSpPr>
        <p:grpSpPr>
          <a:xfrm>
            <a:off x="1202114" y="309387"/>
            <a:ext cx="9851333" cy="5569639"/>
            <a:chOff x="1202114" y="309387"/>
            <a:chExt cx="9851333" cy="5569639"/>
          </a:xfrm>
        </p:grpSpPr>
        <p:sp>
          <p:nvSpPr>
            <p:cNvPr id="6" name="角丸四角形 5">
              <a:extLst>
                <a:ext uri="{FF2B5EF4-FFF2-40B4-BE49-F238E27FC236}">
                  <a16:creationId xmlns:a16="http://schemas.microsoft.com/office/drawing/2014/main" id="{B6F76CFD-97F8-D596-EDC5-DCCBE5624736}"/>
                </a:ext>
              </a:extLst>
            </p:cNvPr>
            <p:cNvSpPr/>
            <p:nvPr/>
          </p:nvSpPr>
          <p:spPr>
            <a:xfrm>
              <a:off x="5080590" y="309387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はじめに</a:t>
              </a:r>
              <a:endParaRPr lang="en-US" altLang="ja-JP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4" name="正方形/長方形 3">
              <a:extLst>
                <a:ext uri="{FF2B5EF4-FFF2-40B4-BE49-F238E27FC236}">
                  <a16:creationId xmlns:a16="http://schemas.microsoft.com/office/drawing/2014/main" id="{7E10750B-F3B0-8566-4094-B9776C4208B0}"/>
                </a:ext>
              </a:extLst>
            </p:cNvPr>
            <p:cNvSpPr/>
            <p:nvPr/>
          </p:nvSpPr>
          <p:spPr>
            <a:xfrm>
              <a:off x="1322733" y="1492511"/>
              <a:ext cx="9546534" cy="854873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25" name="カギ線コネクタ 24">
              <a:extLst>
                <a:ext uri="{FF2B5EF4-FFF2-40B4-BE49-F238E27FC236}">
                  <a16:creationId xmlns:a16="http://schemas.microsoft.com/office/drawing/2014/main" id="{C0400E63-1B32-D11B-EA16-3917A20FCC4B}"/>
                </a:ext>
              </a:extLst>
            </p:cNvPr>
            <p:cNvCxnSpPr>
              <a:stCxn id="6" idx="2"/>
              <a:endCxn id="7" idx="1"/>
            </p:cNvCxnSpPr>
            <p:nvPr/>
          </p:nvCxnSpPr>
          <p:spPr>
            <a:xfrm rot="5400000">
              <a:off x="3337023" y="-831753"/>
              <a:ext cx="979885" cy="4538071"/>
            </a:xfrm>
            <a:prstGeom prst="bentConnector4">
              <a:avLst>
                <a:gd name="adj1" fmla="val 39414"/>
                <a:gd name="adj2" fmla="val 105037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2F6BFA68-C61A-378B-5BD8-CA69CA86167B}"/>
                </a:ext>
              </a:extLst>
            </p:cNvPr>
            <p:cNvSpPr txBox="1"/>
            <p:nvPr/>
          </p:nvSpPr>
          <p:spPr>
            <a:xfrm>
              <a:off x="1322733" y="1227862"/>
              <a:ext cx="1759103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r>
                <a:rPr kumimoji="1" lang="ja-JP" altLang="en-US" sz="14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歴史</a:t>
              </a:r>
            </a:p>
          </p:txBody>
        </p:sp>
        <p:sp>
          <p:nvSpPr>
            <p:cNvPr id="7" name="角丸四角形 6">
              <a:extLst>
                <a:ext uri="{FF2B5EF4-FFF2-40B4-BE49-F238E27FC236}">
                  <a16:creationId xmlns:a16="http://schemas.microsoft.com/office/drawing/2014/main" id="{4A2A1B1F-2879-97FA-1060-B240711BFB8A}"/>
                </a:ext>
              </a:extLst>
            </p:cNvPr>
            <p:cNvSpPr/>
            <p:nvPr/>
          </p:nvSpPr>
          <p:spPr>
            <a:xfrm>
              <a:off x="155792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国際政治経済学</a:t>
              </a:r>
              <a:r>
                <a:rPr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パラダイム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8" name="角丸四角形 7">
              <a:extLst>
                <a:ext uri="{FF2B5EF4-FFF2-40B4-BE49-F238E27FC236}">
                  <a16:creationId xmlns:a16="http://schemas.microsoft.com/office/drawing/2014/main" id="{D7A1BCA3-3E8F-19D6-20FE-8E178B802FBD}"/>
                </a:ext>
              </a:extLst>
            </p:cNvPr>
            <p:cNvSpPr/>
            <p:nvPr/>
          </p:nvSpPr>
          <p:spPr>
            <a:xfrm>
              <a:off x="3891219" y="160824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主権国家体制</a:t>
              </a:r>
            </a:p>
          </p:txBody>
        </p:sp>
        <p:sp>
          <p:nvSpPr>
            <p:cNvPr id="9" name="角丸四角形 8">
              <a:extLst>
                <a:ext uri="{FF2B5EF4-FFF2-40B4-BE49-F238E27FC236}">
                  <a16:creationId xmlns:a16="http://schemas.microsoft.com/office/drawing/2014/main" id="{DF674826-6CEA-65B2-A3CA-6CBFF927B346}"/>
                </a:ext>
              </a:extLst>
            </p:cNvPr>
            <p:cNvSpPr/>
            <p:nvPr/>
          </p:nvSpPr>
          <p:spPr>
            <a:xfrm>
              <a:off x="6224509" y="1607389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パックス・ブリタニカ</a:t>
              </a:r>
              <a:r>
                <a:rPr kumimoji="1" lang="ja-JP" altLang="en-US" sz="12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世界大戦</a:t>
              </a:r>
            </a:p>
          </p:txBody>
        </p:sp>
        <p:sp>
          <p:nvSpPr>
            <p:cNvPr id="10" name="角丸四角形 9">
              <a:extLst>
                <a:ext uri="{FF2B5EF4-FFF2-40B4-BE49-F238E27FC236}">
                  <a16:creationId xmlns:a16="http://schemas.microsoft.com/office/drawing/2014/main" id="{6845D614-98A7-7F2D-5FA4-7EAB1198C7FB}"/>
                </a:ext>
              </a:extLst>
            </p:cNvPr>
            <p:cNvSpPr/>
            <p:nvPr/>
          </p:nvSpPr>
          <p:spPr>
            <a:xfrm>
              <a:off x="8557799" y="1607388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戦後国際秩序</a:t>
              </a:r>
            </a:p>
          </p:txBody>
        </p:sp>
        <p:sp>
          <p:nvSpPr>
            <p:cNvPr id="11" name="角丸四角形 10">
              <a:extLst>
                <a:ext uri="{FF2B5EF4-FFF2-40B4-BE49-F238E27FC236}">
                  <a16:creationId xmlns:a16="http://schemas.microsoft.com/office/drawing/2014/main" id="{B8A8B377-FD81-D899-C800-E6D2DEFEBB87}"/>
                </a:ext>
              </a:extLst>
            </p:cNvPr>
            <p:cNvSpPr/>
            <p:nvPr/>
          </p:nvSpPr>
          <p:spPr>
            <a:xfrm>
              <a:off x="1437310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</a:t>
              </a:r>
              <a:r>
                <a:rPr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経済学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2" name="角丸四角形 11">
              <a:extLst>
                <a:ext uri="{FF2B5EF4-FFF2-40B4-BE49-F238E27FC236}">
                  <a16:creationId xmlns:a16="http://schemas.microsoft.com/office/drawing/2014/main" id="{6D7AC088-3597-D866-2026-716AB8B3F942}"/>
                </a:ext>
              </a:extLst>
            </p:cNvPr>
            <p:cNvSpPr/>
            <p:nvPr/>
          </p:nvSpPr>
          <p:spPr>
            <a:xfrm>
              <a:off x="3772928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保護主義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endParaRPr kumimoji="1" lang="en-US" altLang="ja-JP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政治学</a:t>
              </a:r>
            </a:p>
          </p:txBody>
        </p:sp>
        <p:sp>
          <p:nvSpPr>
            <p:cNvPr id="13" name="角丸四角形 12">
              <a:extLst>
                <a:ext uri="{FF2B5EF4-FFF2-40B4-BE49-F238E27FC236}">
                  <a16:creationId xmlns:a16="http://schemas.microsoft.com/office/drawing/2014/main" id="{386A0706-FE59-318A-62AA-1004ACD7D9EB}"/>
                </a:ext>
              </a:extLst>
            </p:cNvPr>
            <p:cNvSpPr/>
            <p:nvPr/>
          </p:nvSpPr>
          <p:spPr>
            <a:xfrm>
              <a:off x="1437310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貿易交渉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4" name="角丸四角形 13">
              <a:extLst>
                <a:ext uri="{FF2B5EF4-FFF2-40B4-BE49-F238E27FC236}">
                  <a16:creationId xmlns:a16="http://schemas.microsoft.com/office/drawing/2014/main" id="{B40F576E-F1C1-1731-DD3E-1FB462223A0B}"/>
                </a:ext>
              </a:extLst>
            </p:cNvPr>
            <p:cNvSpPr/>
            <p:nvPr/>
          </p:nvSpPr>
          <p:spPr>
            <a:xfrm>
              <a:off x="3772928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GATT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／</a:t>
              </a:r>
              <a:r>
                <a:rPr kumimoji="1" lang="en-US" altLang="ja-JP" dirty="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WTO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体制</a:t>
              </a:r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50A8261A-DE44-B74F-1CAE-6C4670042B11}"/>
                </a:ext>
              </a:extLst>
            </p:cNvPr>
            <p:cNvSpPr/>
            <p:nvPr/>
          </p:nvSpPr>
          <p:spPr>
            <a:xfrm>
              <a:off x="1202114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7" name="角丸四角形 16">
              <a:extLst>
                <a:ext uri="{FF2B5EF4-FFF2-40B4-BE49-F238E27FC236}">
                  <a16:creationId xmlns:a16="http://schemas.microsoft.com/office/drawing/2014/main" id="{2C900995-5D33-46A0-4FD6-499BE5485EFD}"/>
                </a:ext>
              </a:extLst>
            </p:cNvPr>
            <p:cNvSpPr/>
            <p:nvPr/>
          </p:nvSpPr>
          <p:spPr>
            <a:xfrm>
              <a:off x="6515376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国際収支</a:t>
              </a:r>
              <a:endParaRPr kumimoji="1" lang="ja-JP" altLang="en-US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</p:txBody>
        </p:sp>
        <p:sp>
          <p:nvSpPr>
            <p:cNvPr id="18" name="角丸四角形 17">
              <a:extLst>
                <a:ext uri="{FF2B5EF4-FFF2-40B4-BE49-F238E27FC236}">
                  <a16:creationId xmlns:a16="http://schemas.microsoft.com/office/drawing/2014/main" id="{4846D286-0AEF-D902-B9C9-C40590EC0DC8}"/>
                </a:ext>
              </a:extLst>
            </p:cNvPr>
            <p:cNvSpPr/>
            <p:nvPr/>
          </p:nvSpPr>
          <p:spPr>
            <a:xfrm>
              <a:off x="8850994" y="311002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為替制度</a:t>
              </a:r>
            </a:p>
          </p:txBody>
        </p:sp>
        <p:sp>
          <p:nvSpPr>
            <p:cNvPr id="19" name="角丸四角形 18">
              <a:extLst>
                <a:ext uri="{FF2B5EF4-FFF2-40B4-BE49-F238E27FC236}">
                  <a16:creationId xmlns:a16="http://schemas.microsoft.com/office/drawing/2014/main" id="{F5B5667C-3727-F6E7-4B5E-39E757943348}"/>
                </a:ext>
              </a:extLst>
            </p:cNvPr>
            <p:cNvSpPr/>
            <p:nvPr/>
          </p:nvSpPr>
          <p:spPr>
            <a:xfrm>
              <a:off x="6515376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マクロ経済</a:t>
              </a:r>
              <a:r>
                <a:rPr kumimoji="1" lang="ja-JP" altLang="en-US" sz="14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と</a:t>
              </a:r>
              <a:endParaRPr kumimoji="1" lang="en-US" altLang="ja-JP" sz="1400" dirty="0">
                <a:solidFill>
                  <a:schemeClr val="tx1"/>
                </a:solidFill>
                <a:latin typeface="HGPSoeiKakugothicUB" panose="020B0900000000000000" pitchFamily="34" charset="-128"/>
                <a:ea typeface="HGPSoeiKakugothicUB" panose="020B0900000000000000" pitchFamily="34" charset="-128"/>
              </a:endParaRPr>
            </a:p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</a:p>
          </p:txBody>
        </p:sp>
        <p:sp>
          <p:nvSpPr>
            <p:cNvPr id="20" name="角丸四角形 19">
              <a:extLst>
                <a:ext uri="{FF2B5EF4-FFF2-40B4-BE49-F238E27FC236}">
                  <a16:creationId xmlns:a16="http://schemas.microsoft.com/office/drawing/2014/main" id="{756F1980-B449-E61F-B79A-4A0C9B064198}"/>
                </a:ext>
              </a:extLst>
            </p:cNvPr>
            <p:cNvSpPr/>
            <p:nvPr/>
          </p:nvSpPr>
          <p:spPr>
            <a:xfrm>
              <a:off x="8850994" y="3998404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ブレトン・ウッズ体制</a:t>
              </a:r>
            </a:p>
          </p:txBody>
        </p:sp>
        <p:sp>
          <p:nvSpPr>
            <p:cNvPr id="21" name="正方形/長方形 20">
              <a:extLst>
                <a:ext uri="{FF2B5EF4-FFF2-40B4-BE49-F238E27FC236}">
                  <a16:creationId xmlns:a16="http://schemas.microsoft.com/office/drawing/2014/main" id="{54E9CB0B-4A94-F6C6-5CCA-0CAAC6D8F2F8}"/>
                </a:ext>
              </a:extLst>
            </p:cNvPr>
            <p:cNvSpPr/>
            <p:nvPr/>
          </p:nvSpPr>
          <p:spPr>
            <a:xfrm>
              <a:off x="6280180" y="3001563"/>
              <a:ext cx="4773267" cy="1726554"/>
            </a:xfrm>
            <a:prstGeom prst="rect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3" name="角丸四角形 22">
              <a:extLst>
                <a:ext uri="{FF2B5EF4-FFF2-40B4-BE49-F238E27FC236}">
                  <a16:creationId xmlns:a16="http://schemas.microsoft.com/office/drawing/2014/main" id="{5BE58269-6ACA-79F7-1DCF-1C01E31BBDF7}"/>
                </a:ext>
              </a:extLst>
            </p:cNvPr>
            <p:cNvSpPr/>
            <p:nvPr/>
          </p:nvSpPr>
          <p:spPr>
            <a:xfrm>
              <a:off x="5080589" y="5241073"/>
              <a:ext cx="2030819" cy="637953"/>
            </a:xfrm>
            <a:prstGeom prst="roundRect">
              <a:avLst/>
            </a:prstGeom>
            <a:solidFill>
              <a:schemeClr val="bg1"/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理解度</a:t>
              </a:r>
              <a:r>
                <a:rPr kumimoji="1" lang="ja-JP" altLang="en-US" sz="1600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</a:t>
              </a:r>
              <a:r>
                <a:rPr kumimoji="1" lang="ja-JP" altLang="en-US">
                  <a:solidFill>
                    <a:schemeClr val="tx1"/>
                  </a:solidFill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確認</a:t>
              </a:r>
            </a:p>
          </p:txBody>
        </p:sp>
        <p:cxnSp>
          <p:nvCxnSpPr>
            <p:cNvPr id="27" name="カギ線コネクタ 26">
              <a:extLst>
                <a:ext uri="{FF2B5EF4-FFF2-40B4-BE49-F238E27FC236}">
                  <a16:creationId xmlns:a16="http://schemas.microsoft.com/office/drawing/2014/main" id="{433FB38A-F6DC-3FB1-60F4-945F17AA4376}"/>
                </a:ext>
              </a:extLst>
            </p:cNvPr>
            <p:cNvCxnSpPr>
              <a:cxnSpLocks/>
              <a:stCxn id="10" idx="2"/>
              <a:endCxn id="11" idx="1"/>
            </p:cNvCxnSpPr>
            <p:nvPr/>
          </p:nvCxnSpPr>
          <p:spPr>
            <a:xfrm rot="5400000">
              <a:off x="4913431" y="-1230779"/>
              <a:ext cx="1183659" cy="8135899"/>
            </a:xfrm>
            <a:prstGeom prst="bentConnector4">
              <a:avLst>
                <a:gd name="adj1" fmla="val 36526"/>
                <a:gd name="adj2" fmla="val 10281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1C65419C-938D-4B39-0E67-60A744A803E6}"/>
                </a:ext>
              </a:extLst>
            </p:cNvPr>
            <p:cNvSpPr txBox="1"/>
            <p:nvPr/>
          </p:nvSpPr>
          <p:spPr>
            <a:xfrm>
              <a:off x="1202114" y="2736914"/>
              <a:ext cx="1892268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貿易の政治経済学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33E6A4A0-FC47-4C9F-8D07-F16D54EE2881}"/>
                </a:ext>
              </a:extLst>
            </p:cNvPr>
            <p:cNvSpPr txBox="1"/>
            <p:nvPr/>
          </p:nvSpPr>
          <p:spPr>
            <a:xfrm>
              <a:off x="6280180" y="2736914"/>
              <a:ext cx="2030819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国際金融</a:t>
              </a:r>
              <a:r>
                <a:rPr kumimoji="1" lang="ja-JP" altLang="en-US" sz="1600">
                  <a:latin typeface="HGPSoeiKakugothicUB" panose="020B0900000000000000" pitchFamily="34" charset="-128"/>
                  <a:ea typeface="HGPSoeiKakugothicUB" panose="020B0900000000000000" pitchFamily="34" charset="-128"/>
                </a:rPr>
                <a:t>の政治経済</a:t>
              </a:r>
            </a:p>
          </p:txBody>
        </p:sp>
        <p:cxnSp>
          <p:nvCxnSpPr>
            <p:cNvPr id="32" name="カギ線コネクタ 31">
              <a:extLst>
                <a:ext uri="{FF2B5EF4-FFF2-40B4-BE49-F238E27FC236}">
                  <a16:creationId xmlns:a16="http://schemas.microsoft.com/office/drawing/2014/main" id="{FDAC0CE0-8B71-3085-2365-A04F54DB42A2}"/>
                </a:ext>
              </a:extLst>
            </p:cNvPr>
            <p:cNvCxnSpPr>
              <a:cxnSpLocks/>
              <a:stCxn id="12" idx="2"/>
              <a:endCxn id="13" idx="1"/>
            </p:cNvCxnSpPr>
            <p:nvPr/>
          </p:nvCxnSpPr>
          <p:spPr>
            <a:xfrm rot="5400000">
              <a:off x="2828122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C1AD6E83-BFF8-A05B-7E33-0D2B31F2B99A}"/>
                </a:ext>
              </a:extLst>
            </p:cNvPr>
            <p:cNvCxnSpPr>
              <a:cxnSpLocks/>
              <a:stCxn id="18" idx="2"/>
              <a:endCxn id="19" idx="1"/>
            </p:cNvCxnSpPr>
            <p:nvPr/>
          </p:nvCxnSpPr>
          <p:spPr>
            <a:xfrm rot="5400000">
              <a:off x="7906188" y="2357164"/>
              <a:ext cx="569405" cy="3351028"/>
            </a:xfrm>
            <a:prstGeom prst="bentConnector4">
              <a:avLst>
                <a:gd name="adj1" fmla="val 21990"/>
                <a:gd name="adj2" fmla="val 106822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カギ線コネクタ 37">
              <a:extLst>
                <a:ext uri="{FF2B5EF4-FFF2-40B4-BE49-F238E27FC236}">
                  <a16:creationId xmlns:a16="http://schemas.microsoft.com/office/drawing/2014/main" id="{71121014-895C-40ED-A1E6-526744FB9B86}"/>
                </a:ext>
              </a:extLst>
            </p:cNvPr>
            <p:cNvCxnSpPr>
              <a:cxnSpLocks/>
              <a:stCxn id="20" idx="2"/>
              <a:endCxn id="23" idx="0"/>
            </p:cNvCxnSpPr>
            <p:nvPr/>
          </p:nvCxnSpPr>
          <p:spPr>
            <a:xfrm rot="5400000">
              <a:off x="7678844" y="3053513"/>
              <a:ext cx="604716" cy="3770405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6E052AB5-5523-E671-7066-552AE6B1CA16}"/>
                </a:ext>
              </a:extLst>
            </p:cNvPr>
            <p:cNvCxnSpPr>
              <a:cxnSpLocks/>
              <a:stCxn id="7" idx="3"/>
              <a:endCxn id="8" idx="1"/>
            </p:cNvCxnSpPr>
            <p:nvPr/>
          </p:nvCxnSpPr>
          <p:spPr>
            <a:xfrm>
              <a:off x="3588748" y="1927225"/>
              <a:ext cx="302471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DF7298E7-A919-AE78-2A33-06D2563A5580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 flipV="1">
              <a:off x="5922038" y="1926366"/>
              <a:ext cx="302471" cy="85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628351B5-AB16-A727-C0F1-F3719B5FEAC6}"/>
                </a:ext>
              </a:extLst>
            </p:cNvPr>
            <p:cNvCxnSpPr>
              <a:cxnSpLocks/>
              <a:stCxn id="9" idx="3"/>
              <a:endCxn id="10" idx="1"/>
            </p:cNvCxnSpPr>
            <p:nvPr/>
          </p:nvCxnSpPr>
          <p:spPr>
            <a:xfrm flipV="1">
              <a:off x="8255328" y="1926365"/>
              <a:ext cx="302471" cy="1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直線矢印コネクタ 63">
              <a:extLst>
                <a:ext uri="{FF2B5EF4-FFF2-40B4-BE49-F238E27FC236}">
                  <a16:creationId xmlns:a16="http://schemas.microsoft.com/office/drawing/2014/main" id="{DFF4400B-DD7D-3958-F2A3-E77DB9BA4364}"/>
                </a:ext>
              </a:extLst>
            </p:cNvPr>
            <p:cNvCxnSpPr>
              <a:cxnSpLocks/>
              <a:stCxn id="11" idx="3"/>
              <a:endCxn id="12" idx="1"/>
            </p:cNvCxnSpPr>
            <p:nvPr/>
          </p:nvCxnSpPr>
          <p:spPr>
            <a:xfrm>
              <a:off x="3468129" y="342900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直線矢印コネクタ 64">
              <a:extLst>
                <a:ext uri="{FF2B5EF4-FFF2-40B4-BE49-F238E27FC236}">
                  <a16:creationId xmlns:a16="http://schemas.microsoft.com/office/drawing/2014/main" id="{D57C901A-71DC-588A-2C3D-C8DB13256FE3}"/>
                </a:ext>
              </a:extLst>
            </p:cNvPr>
            <p:cNvCxnSpPr>
              <a:cxnSpLocks/>
              <a:stCxn id="13" idx="3"/>
              <a:endCxn id="14" idx="1"/>
            </p:cNvCxnSpPr>
            <p:nvPr/>
          </p:nvCxnSpPr>
          <p:spPr>
            <a:xfrm>
              <a:off x="3468129" y="4317381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直線矢印コネクタ 69">
              <a:extLst>
                <a:ext uri="{FF2B5EF4-FFF2-40B4-BE49-F238E27FC236}">
                  <a16:creationId xmlns:a16="http://schemas.microsoft.com/office/drawing/2014/main" id="{DD088943-9811-90CA-E99C-6F7F47409C6C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3428999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4372A108-D350-FAA3-8E23-00F2E641B86B}"/>
                </a:ext>
              </a:extLst>
            </p:cNvPr>
            <p:cNvCxnSpPr>
              <a:cxnSpLocks/>
            </p:cNvCxnSpPr>
            <p:nvPr/>
          </p:nvCxnSpPr>
          <p:spPr>
            <a:xfrm>
              <a:off x="8557799" y="4317380"/>
              <a:ext cx="304799" cy="0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カギ線コネクタ 71">
              <a:extLst>
                <a:ext uri="{FF2B5EF4-FFF2-40B4-BE49-F238E27FC236}">
                  <a16:creationId xmlns:a16="http://schemas.microsoft.com/office/drawing/2014/main" id="{9B538C98-DD53-6929-3856-A7874A066B62}"/>
                </a:ext>
              </a:extLst>
            </p:cNvPr>
            <p:cNvCxnSpPr>
              <a:cxnSpLocks/>
              <a:stCxn id="14" idx="3"/>
              <a:endCxn id="17" idx="1"/>
            </p:cNvCxnSpPr>
            <p:nvPr/>
          </p:nvCxnSpPr>
          <p:spPr>
            <a:xfrm flipV="1">
              <a:off x="5803747" y="3429000"/>
              <a:ext cx="711629" cy="888381"/>
            </a:xfrm>
            <a:prstGeom prst="bent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headEnd type="diamond" w="med" len="med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94907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図表 1">
            <a:extLst>
              <a:ext uri="{FF2B5EF4-FFF2-40B4-BE49-F238E27FC236}">
                <a16:creationId xmlns:a16="http://schemas.microsoft.com/office/drawing/2014/main" id="{ADE6F2AA-2CF8-4A6D-2959-7B113704FA2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8649520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01534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4BF5E-886D-F0F0-F61F-983F3E848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グループ化 46">
            <a:extLst>
              <a:ext uri="{FF2B5EF4-FFF2-40B4-BE49-F238E27FC236}">
                <a16:creationId xmlns:a16="http://schemas.microsoft.com/office/drawing/2014/main" id="{ED0D3367-FBFD-6FAE-BD82-51F4F4648CF7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9E920F8B-DC95-73A8-83A0-06DDC1DEEBDE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8CBD905-7F1B-381B-5A7A-A030C8F577AD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4FCA4EA-7AD1-5CC5-BA08-26AF5E200DD1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9606FB25-61CB-1113-61F7-AAC4BC4AFE4D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2B45F23-F5C4-021D-E63A-D44343137CAA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35A8C133-6918-D576-9E24-D84B17EEA635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99C745EF-B41F-C582-398F-BD0001E35F37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FD5DC719-D19A-F81D-577D-A018B5FC26B6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D031A61D-9DBD-B676-F9AE-1BC6FD4C3BAA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9F1385A-0121-1592-4756-262F68ACEDDC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35CAA5E9-F7AE-9EC7-DC89-8468F65E6E3C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6EC0B74F-336F-5C22-386D-74EDEB7CC6B1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FCE2A2F-246E-4C1A-8850-E17CED254DAB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5D74FDD0-D856-B219-1461-A207387FFCFA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82DACD8B-F473-14EA-A599-7EAA936B7F04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D42E2C03-D995-7D74-10A6-819D92DE8A47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848F047-9119-457D-AC08-2924B9BF7C4E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E88DACAD-EAA6-F698-B1A2-A88FE5B0CC9A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4136DE2E-1DC7-B9BD-F58B-8E495B59B658}"/>
                </a:ext>
              </a:extLst>
            </p:cNvPr>
            <p:cNvSpPr txBox="1"/>
            <p:nvPr/>
          </p:nvSpPr>
          <p:spPr>
            <a:xfrm>
              <a:off x="3696940" y="4124904"/>
              <a:ext cx="142218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(300, 200)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F489F8A0-728B-C1C7-FCBF-10EB80F39293}"/>
                </a:ext>
              </a:extLst>
            </p:cNvPr>
            <p:cNvSpPr txBox="1"/>
            <p:nvPr/>
          </p:nvSpPr>
          <p:spPr>
            <a:xfrm>
              <a:off x="7243924" y="3092375"/>
              <a:ext cx="142218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(200, 300)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270FBB2-9FD1-12FE-79EB-4302CF4DF494}"/>
                </a:ext>
              </a:extLst>
            </p:cNvPr>
            <p:cNvSpPr/>
            <p:nvPr/>
          </p:nvSpPr>
          <p:spPr>
            <a:xfrm>
              <a:off x="3669155" y="49719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34" name="曲線コネクタ 33">
              <a:extLst>
                <a:ext uri="{FF2B5EF4-FFF2-40B4-BE49-F238E27FC236}">
                  <a16:creationId xmlns:a16="http://schemas.microsoft.com/office/drawing/2014/main" id="{E6D219BF-5F77-46C6-0A18-376E1BB84341}"/>
                </a:ext>
              </a:extLst>
            </p:cNvPr>
            <p:cNvCxnSpPr>
              <a:cxnSpLocks/>
              <a:stCxn id="2" idx="2"/>
              <a:endCxn id="33" idx="6"/>
            </p:cNvCxnSpPr>
            <p:nvPr/>
          </p:nvCxnSpPr>
          <p:spPr>
            <a:xfrm rot="5400000">
              <a:off x="3848623" y="4510245"/>
              <a:ext cx="575418" cy="543401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円/楕円 38">
              <a:extLst>
                <a:ext uri="{FF2B5EF4-FFF2-40B4-BE49-F238E27FC236}">
                  <a16:creationId xmlns:a16="http://schemas.microsoft.com/office/drawing/2014/main" id="{FB0E0D3F-9115-4B1C-1182-89783A16770B}"/>
                </a:ext>
              </a:extLst>
            </p:cNvPr>
            <p:cNvSpPr/>
            <p:nvPr/>
          </p:nvSpPr>
          <p:spPr>
            <a:xfrm>
              <a:off x="7326551" y="3844616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40" name="曲線コネクタ 39">
              <a:extLst>
                <a:ext uri="{FF2B5EF4-FFF2-40B4-BE49-F238E27FC236}">
                  <a16:creationId xmlns:a16="http://schemas.microsoft.com/office/drawing/2014/main" id="{930C8B83-2624-5E0D-0F27-CB7F38A33138}"/>
                </a:ext>
              </a:extLst>
            </p:cNvPr>
            <p:cNvCxnSpPr>
              <a:cxnSpLocks/>
              <a:stCxn id="32" idx="2"/>
              <a:endCxn id="39" idx="6"/>
            </p:cNvCxnSpPr>
            <p:nvPr/>
          </p:nvCxnSpPr>
          <p:spPr>
            <a:xfrm rot="5400000">
              <a:off x="7498199" y="3485536"/>
              <a:ext cx="480647" cy="432989"/>
            </a:xfrm>
            <a:prstGeom prst="curvedConnector2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三角形 42">
              <a:extLst>
                <a:ext uri="{FF2B5EF4-FFF2-40B4-BE49-F238E27FC236}">
                  <a16:creationId xmlns:a16="http://schemas.microsoft.com/office/drawing/2014/main" id="{A881211C-C6A3-47F0-D0D7-559989855049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9E989B04-3AF1-42EA-4DBE-0CF8A8C1C587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5" name="三角形 44">
              <a:extLst>
                <a:ext uri="{FF2B5EF4-FFF2-40B4-BE49-F238E27FC236}">
                  <a16:creationId xmlns:a16="http://schemas.microsoft.com/office/drawing/2014/main" id="{17A8A3F7-DE01-3950-259C-BD0C91A36B69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362A1B6C-6E35-1E14-051A-E82B70E85941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14241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B74BF-3907-F2DD-6C2C-AF95B719C2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8B510120-B4FE-1F2A-988A-0068534962F5}"/>
              </a:ext>
            </a:extLst>
          </p:cNvPr>
          <p:cNvGrpSpPr/>
          <p:nvPr/>
        </p:nvGrpSpPr>
        <p:grpSpPr>
          <a:xfrm>
            <a:off x="193535" y="841016"/>
            <a:ext cx="10892085" cy="5238489"/>
            <a:chOff x="193535" y="841016"/>
            <a:chExt cx="10892085" cy="5238489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77B0307-75CE-1C1B-2F72-20779EB2D3D9}"/>
                </a:ext>
              </a:extLst>
            </p:cNvPr>
            <p:cNvCxnSpPr/>
            <p:nvPr/>
          </p:nvCxnSpPr>
          <p:spPr>
            <a:xfrm flipV="1">
              <a:off x="1254398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32ABDE1-AB73-D82A-9B8C-1EAF18567880}"/>
                </a:ext>
              </a:extLst>
            </p:cNvPr>
            <p:cNvCxnSpPr>
              <a:cxnSpLocks/>
            </p:cNvCxnSpPr>
            <p:nvPr/>
          </p:nvCxnSpPr>
          <p:spPr>
            <a:xfrm>
              <a:off x="1254398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F7F6DAC-CF86-FD0C-1939-08DC86B3333F}"/>
                </a:ext>
              </a:extLst>
            </p:cNvPr>
            <p:cNvSpPr txBox="1"/>
            <p:nvPr/>
          </p:nvSpPr>
          <p:spPr>
            <a:xfrm>
              <a:off x="4212247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6" name="直線コネクタ 5">
              <a:extLst>
                <a:ext uri="{FF2B5EF4-FFF2-40B4-BE49-F238E27FC236}">
                  <a16:creationId xmlns:a16="http://schemas.microsoft.com/office/drawing/2014/main" id="{EFCD4649-70D8-B095-96ED-C0A64F4F3F44}"/>
                </a:ext>
              </a:extLst>
            </p:cNvPr>
            <p:cNvCxnSpPr/>
            <p:nvPr/>
          </p:nvCxnSpPr>
          <p:spPr>
            <a:xfrm>
              <a:off x="6500158" y="2522076"/>
              <a:ext cx="2034022" cy="3156354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84667061-22E7-0293-719B-ABBAB19060F4}"/>
                </a:ext>
              </a:extLst>
            </p:cNvPr>
            <p:cNvSpPr txBox="1"/>
            <p:nvPr/>
          </p:nvSpPr>
          <p:spPr>
            <a:xfrm>
              <a:off x="5400383" y="2399929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(0, 700)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CC50E83B-B474-DD90-A6BE-DD1F15D03F13}"/>
                </a:ext>
              </a:extLst>
            </p:cNvPr>
            <p:cNvSpPr txBox="1"/>
            <p:nvPr/>
          </p:nvSpPr>
          <p:spPr>
            <a:xfrm>
              <a:off x="7955016" y="5710173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(350, 0)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67A23711-0A72-7E2E-97DC-9C2BDF0DE069}"/>
                </a:ext>
              </a:extLst>
            </p:cNvPr>
            <p:cNvCxnSpPr/>
            <p:nvPr/>
          </p:nvCxnSpPr>
          <p:spPr>
            <a:xfrm flipV="1">
              <a:off x="6480087" y="854181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8C07DF7D-A4AC-281D-30F4-33A8D32670FE}"/>
                </a:ext>
              </a:extLst>
            </p:cNvPr>
            <p:cNvCxnSpPr>
              <a:cxnSpLocks/>
            </p:cNvCxnSpPr>
            <p:nvPr/>
          </p:nvCxnSpPr>
          <p:spPr>
            <a:xfrm>
              <a:off x="6480087" y="5678429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62F53491-50C3-B63A-4C95-A258016341D7}"/>
                </a:ext>
              </a:extLst>
            </p:cNvPr>
            <p:cNvSpPr txBox="1"/>
            <p:nvPr/>
          </p:nvSpPr>
          <p:spPr>
            <a:xfrm>
              <a:off x="2163443" y="884958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1400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5D2C8C10-E092-F0A4-F9BD-A18B972FB6BB}"/>
                </a:ext>
              </a:extLst>
            </p:cNvPr>
            <p:cNvSpPr txBox="1"/>
            <p:nvPr/>
          </p:nvSpPr>
          <p:spPr>
            <a:xfrm>
              <a:off x="4911414" y="5288467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(700, 0)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EECD6C4B-63E1-57CF-CBE8-1FF5EDE7FD03}"/>
                </a:ext>
              </a:extLst>
            </p:cNvPr>
            <p:cNvSpPr txBox="1"/>
            <p:nvPr/>
          </p:nvSpPr>
          <p:spPr>
            <a:xfrm>
              <a:off x="800992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EF7178D6-DB52-8D5F-40E9-5E5D91920E47}"/>
                </a:ext>
              </a:extLst>
            </p:cNvPr>
            <p:cNvSpPr txBox="1"/>
            <p:nvPr/>
          </p:nvSpPr>
          <p:spPr>
            <a:xfrm>
              <a:off x="6018422" y="841016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米の生産量</a:t>
              </a:r>
              <a:r>
                <a:rPr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(t)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C1777C6-D066-6B2E-4361-C0E6466995B2}"/>
                </a:ext>
              </a:extLst>
            </p:cNvPr>
            <p:cNvSpPr txBox="1"/>
            <p:nvPr/>
          </p:nvSpPr>
          <p:spPr>
            <a:xfrm>
              <a:off x="9368711" y="5678430"/>
              <a:ext cx="171690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車の生産量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 (</a:t>
              </a:r>
              <a:r>
                <a:rPr kumimoji="1"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台</a:t>
              </a:r>
              <a:r>
                <a:rPr kumimoji="1" lang="en-US" altLang="ja-JP" sz="16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)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F1F40E8B-E603-DDB8-0A32-0EBCC64B5402}"/>
                </a:ext>
              </a:extLst>
            </p:cNvPr>
            <p:cNvSpPr txBox="1"/>
            <p:nvPr/>
          </p:nvSpPr>
          <p:spPr>
            <a:xfrm>
              <a:off x="1323969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日本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E04A5367-C1BA-DACC-2286-AE785351BDAC}"/>
                </a:ext>
              </a:extLst>
            </p:cNvPr>
            <p:cNvSpPr txBox="1"/>
            <p:nvPr/>
          </p:nvSpPr>
          <p:spPr>
            <a:xfrm>
              <a:off x="6566861" y="854181"/>
              <a:ext cx="800219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ja-JP" altLang="en-US" sz="2400" b="1"/>
                <a:t>中国</a:t>
              </a:r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C225DD86-0EDE-3135-9402-5FED825DB29F}"/>
                </a:ext>
              </a:extLst>
            </p:cNvPr>
            <p:cNvCxnSpPr>
              <a:cxnSpLocks/>
            </p:cNvCxnSpPr>
            <p:nvPr/>
          </p:nvCxnSpPr>
          <p:spPr>
            <a:xfrm>
              <a:off x="1241418" y="3987416"/>
              <a:ext cx="3834319" cy="1685772"/>
            </a:xfrm>
            <a:prstGeom prst="line">
              <a:avLst/>
            </a:prstGeom>
            <a:ln w="222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8193ECC6-116F-443B-3850-0FA66ED79517}"/>
                </a:ext>
              </a:extLst>
            </p:cNvPr>
            <p:cNvSpPr txBox="1"/>
            <p:nvPr/>
          </p:nvSpPr>
          <p:spPr>
            <a:xfrm>
              <a:off x="193535" y="3798361"/>
              <a:ext cx="111120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(0, 350)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8D84F631-9C5D-AC3C-A830-A3542905B862}"/>
                </a:ext>
              </a:extLst>
            </p:cNvPr>
            <p:cNvSpPr txBox="1"/>
            <p:nvPr/>
          </p:nvSpPr>
          <p:spPr>
            <a:xfrm>
              <a:off x="7386346" y="894671"/>
              <a:ext cx="190308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労働力</a:t>
              </a:r>
              <a:r>
                <a:rPr kumimoji="1" lang="en-US" altLang="ja-JP" sz="2000" dirty="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3500</a:t>
              </a:r>
              <a:r>
                <a:rPr kumimoji="1" lang="ja-JP" altLang="en-US" sz="20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人</a:t>
              </a:r>
              <a:endParaRPr kumimoji="1" lang="en-US" altLang="ja-JP" sz="1400" dirty="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91609CDF-92B2-F8C6-2D64-4F25BB4A4FA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75597" y="2502618"/>
              <a:ext cx="3334012" cy="3148577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三角形 19">
              <a:extLst>
                <a:ext uri="{FF2B5EF4-FFF2-40B4-BE49-F238E27FC236}">
                  <a16:creationId xmlns:a16="http://schemas.microsoft.com/office/drawing/2014/main" id="{B206B8FC-EEC0-E0BC-E984-1E5C36BE065B}"/>
                </a:ext>
              </a:extLst>
            </p:cNvPr>
            <p:cNvSpPr/>
            <p:nvPr/>
          </p:nvSpPr>
          <p:spPr>
            <a:xfrm>
              <a:off x="2585945" y="3325001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1" name="三角形 20">
              <a:extLst>
                <a:ext uri="{FF2B5EF4-FFF2-40B4-BE49-F238E27FC236}">
                  <a16:creationId xmlns:a16="http://schemas.microsoft.com/office/drawing/2014/main" id="{DC1D008B-E0C7-0343-6CD9-5FD1092726C1}"/>
                </a:ext>
              </a:extLst>
            </p:cNvPr>
            <p:cNvSpPr/>
            <p:nvPr/>
          </p:nvSpPr>
          <p:spPr>
            <a:xfrm>
              <a:off x="7663762" y="3623742"/>
              <a:ext cx="774878" cy="72753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85398D44-C841-B18C-0DA0-7CC582C1F2D1}"/>
                </a:ext>
              </a:extLst>
            </p:cNvPr>
            <p:cNvSpPr txBox="1"/>
            <p:nvPr/>
          </p:nvSpPr>
          <p:spPr>
            <a:xfrm>
              <a:off x="3776335" y="2765437"/>
              <a:ext cx="2723823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u="sng">
                  <a:solidFill>
                    <a:srgbClr val="0070C0"/>
                  </a:solidFill>
                </a:rPr>
                <a:t>消費可能性フロンティア</a:t>
              </a:r>
              <a:endParaRPr kumimoji="1" lang="en-US" altLang="ja-JP" b="1" u="sng" dirty="0">
                <a:solidFill>
                  <a:srgbClr val="0070C0"/>
                </a:solidFill>
              </a:endParaRPr>
            </a:p>
            <a:p>
              <a:r>
                <a:rPr kumimoji="1" lang="ja-JP" altLang="en-US" b="1">
                  <a:solidFill>
                    <a:srgbClr val="0070C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0070C0"/>
                  </a:solidFill>
                </a:rPr>
                <a:t>0.5〜2</a:t>
              </a:r>
            </a:p>
            <a:p>
              <a:r>
                <a:rPr lang="ja-JP" altLang="en-US" b="1">
                  <a:solidFill>
                    <a:srgbClr val="0070C0"/>
                  </a:solidFill>
                </a:rPr>
                <a:t>（＝貿易後相対価格）</a:t>
              </a:r>
              <a:endParaRPr kumimoji="1" lang="ja-JP" altLang="en-US" b="1">
                <a:solidFill>
                  <a:srgbClr val="0070C0"/>
                </a:solidFill>
              </a:endParaRPr>
            </a:p>
          </p:txBody>
        </p:sp>
        <p:cxnSp>
          <p:nvCxnSpPr>
            <p:cNvPr id="24" name="曲線コネクタ 23">
              <a:extLst>
                <a:ext uri="{FF2B5EF4-FFF2-40B4-BE49-F238E27FC236}">
                  <a16:creationId xmlns:a16="http://schemas.microsoft.com/office/drawing/2014/main" id="{6BB3912B-FFC3-431D-5477-B64065C5826B}"/>
                </a:ext>
              </a:extLst>
            </p:cNvPr>
            <p:cNvCxnSpPr>
              <a:cxnSpLocks/>
              <a:stCxn id="23" idx="3"/>
              <a:endCxn id="21" idx="1"/>
            </p:cNvCxnSpPr>
            <p:nvPr/>
          </p:nvCxnSpPr>
          <p:spPr>
            <a:xfrm>
              <a:off x="6500158" y="3227102"/>
              <a:ext cx="1163604" cy="76040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曲線コネクタ 24">
              <a:extLst>
                <a:ext uri="{FF2B5EF4-FFF2-40B4-BE49-F238E27FC236}">
                  <a16:creationId xmlns:a16="http://schemas.microsoft.com/office/drawing/2014/main" id="{4F45B140-40E3-E63D-138F-4E13D5543C5E}"/>
                </a:ext>
              </a:extLst>
            </p:cNvPr>
            <p:cNvCxnSpPr>
              <a:cxnSpLocks/>
              <a:stCxn id="23" idx="1"/>
              <a:endCxn id="20" idx="5"/>
            </p:cNvCxnSpPr>
            <p:nvPr/>
          </p:nvCxnSpPr>
          <p:spPr>
            <a:xfrm rot="10800000" flipV="1">
              <a:off x="2973385" y="3227102"/>
              <a:ext cx="802951" cy="461666"/>
            </a:xfrm>
            <a:prstGeom prst="curvedConnector3">
              <a:avLst/>
            </a:prstGeom>
            <a:ln w="38100">
              <a:solidFill>
                <a:srgbClr val="0070C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D8AC888A-1014-EA71-74E9-BA16F587DE6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241418" y="2050103"/>
              <a:ext cx="3800400" cy="3589025"/>
            </a:xfrm>
            <a:prstGeom prst="line">
              <a:avLst/>
            </a:prstGeom>
            <a:ln w="38100">
              <a:solidFill>
                <a:srgbClr val="0070C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D14C4FAA-B387-778D-A27D-207C367155D9}"/>
                </a:ext>
              </a:extLst>
            </p:cNvPr>
            <p:cNvSpPr/>
            <p:nvPr/>
          </p:nvSpPr>
          <p:spPr>
            <a:xfrm>
              <a:off x="4954115" y="5549085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6" name="円/楕円 35">
              <a:extLst>
                <a:ext uri="{FF2B5EF4-FFF2-40B4-BE49-F238E27FC236}">
                  <a16:creationId xmlns:a16="http://schemas.microsoft.com/office/drawing/2014/main" id="{EAEDCCEC-0AA6-2A34-71F1-B9F432D9E470}"/>
                </a:ext>
              </a:extLst>
            </p:cNvPr>
            <p:cNvSpPr/>
            <p:nvPr/>
          </p:nvSpPr>
          <p:spPr>
            <a:xfrm>
              <a:off x="6392385" y="2431140"/>
              <a:ext cx="195476" cy="195476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三角形 36">
              <a:extLst>
                <a:ext uri="{FF2B5EF4-FFF2-40B4-BE49-F238E27FC236}">
                  <a16:creationId xmlns:a16="http://schemas.microsoft.com/office/drawing/2014/main" id="{7407BF9F-4ACA-D435-BC0F-6B67D05073FB}"/>
                </a:ext>
              </a:extLst>
            </p:cNvPr>
            <p:cNvSpPr/>
            <p:nvPr/>
          </p:nvSpPr>
          <p:spPr>
            <a:xfrm>
              <a:off x="2414473" y="4530081"/>
              <a:ext cx="1057877" cy="463693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E5AEE830-A99B-B147-A23B-7D9EFBBEE562}"/>
                </a:ext>
              </a:extLst>
            </p:cNvPr>
            <p:cNvSpPr txBox="1"/>
            <p:nvPr/>
          </p:nvSpPr>
          <p:spPr>
            <a:xfrm>
              <a:off x="2301411" y="5024320"/>
              <a:ext cx="227498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0.5</a:t>
              </a:r>
            </a:p>
            <a:p>
              <a:r>
                <a:rPr lang="en-US" altLang="ja-JP" b="1" dirty="0">
                  <a:solidFill>
                    <a:srgbClr val="FF0000"/>
                  </a:solidFill>
                </a:rPr>
                <a:t>(=</a:t>
              </a:r>
              <a:r>
                <a:rPr lang="ja-JP" altLang="en-US" b="1">
                  <a:solidFill>
                    <a:srgbClr val="FF0000"/>
                  </a:solidFill>
                </a:rPr>
                <a:t>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  <p:sp>
          <p:nvSpPr>
            <p:cNvPr id="41" name="三角形 40">
              <a:extLst>
                <a:ext uri="{FF2B5EF4-FFF2-40B4-BE49-F238E27FC236}">
                  <a16:creationId xmlns:a16="http://schemas.microsoft.com/office/drawing/2014/main" id="{B43E7168-2B00-D7A0-55DE-28C881504DFF}"/>
                </a:ext>
              </a:extLst>
            </p:cNvPr>
            <p:cNvSpPr/>
            <p:nvPr/>
          </p:nvSpPr>
          <p:spPr>
            <a:xfrm>
              <a:off x="7524884" y="4177216"/>
              <a:ext cx="599776" cy="913924"/>
            </a:xfrm>
            <a:prstGeom prst="triangle">
              <a:avLst>
                <a:gd name="adj" fmla="val 0"/>
              </a:avLst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EDE78F58-8FA8-0265-429D-C8BCABE17826}"/>
                </a:ext>
              </a:extLst>
            </p:cNvPr>
            <p:cNvSpPr txBox="1"/>
            <p:nvPr/>
          </p:nvSpPr>
          <p:spPr>
            <a:xfrm>
              <a:off x="6807019" y="5111317"/>
              <a:ext cx="259358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b="1">
                  <a:solidFill>
                    <a:srgbClr val="FF0000"/>
                  </a:solidFill>
                </a:rPr>
                <a:t>傾き：</a:t>
              </a:r>
              <a:r>
                <a:rPr kumimoji="1" lang="en-US" altLang="ja-JP" b="1" dirty="0">
                  <a:solidFill>
                    <a:srgbClr val="FF0000"/>
                  </a:solidFill>
                </a:rPr>
                <a:t>2</a:t>
              </a:r>
            </a:p>
            <a:p>
              <a:r>
                <a:rPr lang="ja-JP" altLang="en-US" b="1">
                  <a:solidFill>
                    <a:srgbClr val="FF0000"/>
                  </a:solidFill>
                </a:rPr>
                <a:t>（＝貿易前相対価格）</a:t>
              </a:r>
              <a:endParaRPr kumimoji="1" lang="ja-JP" altLang="en-US" b="1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350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929E4EC7-E422-D6CF-3D99-02C1163595AD}"/>
              </a:ext>
            </a:extLst>
          </p:cNvPr>
          <p:cNvGrpSpPr/>
          <p:nvPr/>
        </p:nvGrpSpPr>
        <p:grpSpPr>
          <a:xfrm>
            <a:off x="2745402" y="1360418"/>
            <a:ext cx="7393653" cy="4137163"/>
            <a:chOff x="3872110" y="845404"/>
            <a:chExt cx="5302143" cy="5171580"/>
          </a:xfrm>
        </p:grpSpPr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3310553A-A0E8-62FA-96D3-44E48BE71F98}"/>
                </a:ext>
              </a:extLst>
            </p:cNvPr>
            <p:cNvCxnSpPr/>
            <p:nvPr/>
          </p:nvCxnSpPr>
          <p:spPr>
            <a:xfrm flipV="1">
              <a:off x="4333775" y="854182"/>
              <a:ext cx="0" cy="4824248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7384C4A8-DB33-6296-997E-1D7197536C60}"/>
                </a:ext>
              </a:extLst>
            </p:cNvPr>
            <p:cNvCxnSpPr>
              <a:cxnSpLocks/>
            </p:cNvCxnSpPr>
            <p:nvPr/>
          </p:nvCxnSpPr>
          <p:spPr>
            <a:xfrm>
              <a:off x="4333775" y="5678430"/>
              <a:ext cx="4477407" cy="0"/>
            </a:xfrm>
            <a:prstGeom prst="straightConnector1">
              <a:avLst/>
            </a:prstGeom>
            <a:ln w="22225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EC918E0-8147-C04B-3025-957619E40673}"/>
                </a:ext>
              </a:extLst>
            </p:cNvPr>
            <p:cNvSpPr txBox="1"/>
            <p:nvPr/>
          </p:nvSpPr>
          <p:spPr>
            <a:xfrm>
              <a:off x="7526568" y="5678430"/>
              <a:ext cx="1647685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600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投入労働量</a:t>
              </a:r>
              <a:endParaRPr kumimoji="1" lang="ja-JP" altLang="en-US" sz="1600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A503A722-7666-5A1A-F3AF-5CE6F8E54158}"/>
                </a:ext>
              </a:extLst>
            </p:cNvPr>
            <p:cNvSpPr txBox="1"/>
            <p:nvPr/>
          </p:nvSpPr>
          <p:spPr>
            <a:xfrm>
              <a:off x="3872110" y="845404"/>
              <a:ext cx="461665" cy="1522781"/>
            </a:xfrm>
            <a:prstGeom prst="rect">
              <a:avLst/>
            </a:prstGeom>
            <a:noFill/>
          </p:spPr>
          <p:txBody>
            <a:bodyPr vert="eaVert" wrap="square" rtlCol="0">
              <a:spAutoFit/>
            </a:bodyPr>
            <a:lstStyle/>
            <a:p>
              <a:r>
                <a:rPr lang="ja-JP" altLang="en-US">
                  <a:latin typeface="Hiragino Sans W4" panose="020B0400000000000000" pitchFamily="34" charset="-128"/>
                  <a:ea typeface="Hiragino Sans W4" panose="020B0400000000000000" pitchFamily="34" charset="-128"/>
                </a:rPr>
                <a:t>生産量</a:t>
              </a:r>
              <a:endParaRPr kumimoji="1" lang="ja-JP" altLang="en-US">
                <a:latin typeface="Hiragino Sans W4" panose="020B0400000000000000" pitchFamily="34" charset="-128"/>
                <a:ea typeface="Hiragino Sans W4" panose="020B0400000000000000" pitchFamily="34" charset="-128"/>
              </a:endParaRPr>
            </a:p>
          </p:txBody>
        </p:sp>
        <p:sp>
          <p:nvSpPr>
            <p:cNvPr id="13" name="フリーフォーム 12">
              <a:extLst>
                <a:ext uri="{FF2B5EF4-FFF2-40B4-BE49-F238E27FC236}">
                  <a16:creationId xmlns:a16="http://schemas.microsoft.com/office/drawing/2014/main" id="{A6D18045-720E-9987-1573-819576E34B31}"/>
                </a:ext>
              </a:extLst>
            </p:cNvPr>
            <p:cNvSpPr/>
            <p:nvPr/>
          </p:nvSpPr>
          <p:spPr>
            <a:xfrm>
              <a:off x="4358936" y="1748907"/>
              <a:ext cx="4305670" cy="3915046"/>
            </a:xfrm>
            <a:custGeom>
              <a:avLst/>
              <a:gdLst>
                <a:gd name="csX0" fmla="*/ 0 w 4305670"/>
                <a:gd name="csY0" fmla="*/ 3542190 h 3542190"/>
                <a:gd name="csX1" fmla="*/ 1358283 w 4305670"/>
                <a:gd name="csY1" fmla="*/ 1074198 h 3542190"/>
                <a:gd name="csX2" fmla="*/ 4305670 w 4305670"/>
                <a:gd name="csY2" fmla="*/ 0 h 35421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305670" h="3542190">
                  <a:moveTo>
                    <a:pt x="0" y="3542190"/>
                  </a:moveTo>
                  <a:cubicBezTo>
                    <a:pt x="320335" y="2603376"/>
                    <a:pt x="640671" y="1664563"/>
                    <a:pt x="1358283" y="1074198"/>
                  </a:cubicBezTo>
                  <a:cubicBezTo>
                    <a:pt x="2075895" y="483833"/>
                    <a:pt x="3190782" y="241916"/>
                    <a:pt x="4305670" y="0"/>
                  </a:cubicBezTo>
                </a:path>
              </a:pathLst>
            </a:custGeom>
            <a:noFill/>
            <a:ln w="285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0769674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366</TotalTime>
  <Words>250</Words>
  <Application>Microsoft Macintosh PowerPoint</Application>
  <PresentationFormat>ワイド画面</PresentationFormat>
  <Paragraphs>69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6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12" baseType="lpstr">
      <vt:lpstr>HGPSoeiKakugothicUB</vt:lpstr>
      <vt:lpstr>HGSSoeiKakugothicUB</vt:lpstr>
      <vt:lpstr>Hiragino Sans W4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鈴木　淳平</cp:lastModifiedBy>
  <cp:revision>6</cp:revision>
  <dcterms:created xsi:type="dcterms:W3CDTF">2026-01-08T05:16:33Z</dcterms:created>
  <dcterms:modified xsi:type="dcterms:W3CDTF">2026-04-29T05:50:15Z</dcterms:modified>
</cp:coreProperties>
</file>